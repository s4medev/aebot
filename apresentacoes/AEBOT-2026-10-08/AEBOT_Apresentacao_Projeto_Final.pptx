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1bbb102f674724" /><Relationship Type="http://schemas.openxmlformats.org/officeDocument/2006/relationships/extended-properties" Target="/docProps/app.xml" Id="Rdac278e358934fc6" /><Relationship Type="http://schemas.openxmlformats.org/officeDocument/2006/relationships/officeDocument" Target="/ppt/presentation.xml" Id="Rc8c261b0c72349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ad367a76d54963"/>
  </p:sldMasterIdLst>
  <p:notesMasterIdLst>
    <p:notesMasterId xmlns:r="http://schemas.openxmlformats.org/officeDocument/2006/relationships" r:id="Ra10ab16404864f28"/>
  </p:notesMasterIdLst>
  <p:sldIdLst>
    <p:sldId xmlns:r="http://schemas.openxmlformats.org/officeDocument/2006/relationships" id="256" r:id="Rdd1f07543dc644c8"/>
    <p:sldId xmlns:r="http://schemas.openxmlformats.org/officeDocument/2006/relationships" id="257" r:id="R8001da15e4f24018"/>
    <p:sldId xmlns:r="http://schemas.openxmlformats.org/officeDocument/2006/relationships" id="258" r:id="R0757054489664680"/>
    <p:sldId xmlns:r="http://schemas.openxmlformats.org/officeDocument/2006/relationships" id="259" r:id="R6ee6701d96e9462a"/>
    <p:sldId xmlns:r="http://schemas.openxmlformats.org/officeDocument/2006/relationships" id="260" r:id="R023b0cc2b00e49c8"/>
    <p:sldId xmlns:r="http://schemas.openxmlformats.org/officeDocument/2006/relationships" id="261" r:id="Rdb5f46dc2490443e"/>
    <p:sldId xmlns:r="http://schemas.openxmlformats.org/officeDocument/2006/relationships" id="262" r:id="Rcc60f537a1da483e"/>
    <p:sldId xmlns:r="http://schemas.openxmlformats.org/officeDocument/2006/relationships" id="263" r:id="Rae08bd1679da4e4d"/>
    <p:sldId xmlns:r="http://schemas.openxmlformats.org/officeDocument/2006/relationships" id="264" r:id="R5dd1918b078c49eb"/>
    <p:sldId xmlns:r="http://schemas.openxmlformats.org/officeDocument/2006/relationships" id="265" r:id="R11046e4f35e649fb"/>
    <p:sldId xmlns:r="http://schemas.openxmlformats.org/officeDocument/2006/relationships" id="266" r:id="R958a5e97126145fc"/>
    <p:sldId xmlns:r="http://schemas.openxmlformats.org/officeDocument/2006/relationships" id="267" r:id="R18d1869a21344e15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c4d4024f894529" /><Relationship Type="http://schemas.openxmlformats.org/officeDocument/2006/relationships/slideMaster" Target="/ppt/slideMasters/slideMaster1.xml" Id="R63ad367a76d54963" /><Relationship Type="http://schemas.openxmlformats.org/officeDocument/2006/relationships/notesMaster" Target="/ppt/notesMasters/notesMaster1.xml" Id="Ra10ab16404864f28" /><Relationship Type="http://schemas.openxmlformats.org/officeDocument/2006/relationships/presProps" Target="/ppt/presProps.xml" Id="R6eff2b1384e64877" /><Relationship Type="http://schemas.openxmlformats.org/officeDocument/2006/relationships/viewProps" Target="/ppt/viewProps.xml" Id="Reb76c970769e44ec" /><Relationship Type="http://schemas.openxmlformats.org/officeDocument/2006/relationships/tableStyles" Target="/ppt/tableStyles.xml" Id="Re52510e290dd4bbb" /><Relationship Type="http://schemas.openxmlformats.org/officeDocument/2006/relationships/slide" Target="/ppt/slides/slide1.xml" Id="Rdd1f07543dc644c8" /><Relationship Type="http://schemas.openxmlformats.org/officeDocument/2006/relationships/slide" Target="/ppt/slides/slide2.xml" Id="R8001da15e4f24018" /><Relationship Type="http://schemas.openxmlformats.org/officeDocument/2006/relationships/slide" Target="/ppt/slides/slide3.xml" Id="R0757054489664680" /><Relationship Type="http://schemas.openxmlformats.org/officeDocument/2006/relationships/slide" Target="/ppt/slides/slide4.xml" Id="R6ee6701d96e9462a" /><Relationship Type="http://schemas.openxmlformats.org/officeDocument/2006/relationships/slide" Target="/ppt/slides/slide5.xml" Id="R023b0cc2b00e49c8" /><Relationship Type="http://schemas.openxmlformats.org/officeDocument/2006/relationships/slide" Target="/ppt/slides/slide6.xml" Id="Rdb5f46dc2490443e" /><Relationship Type="http://schemas.openxmlformats.org/officeDocument/2006/relationships/slide" Target="/ppt/slides/slide7.xml" Id="Rcc60f537a1da483e" /><Relationship Type="http://schemas.openxmlformats.org/officeDocument/2006/relationships/slide" Target="/ppt/slides/slide8.xml" Id="Rae08bd1679da4e4d" /><Relationship Type="http://schemas.openxmlformats.org/officeDocument/2006/relationships/slide" Target="/ppt/slides/slide9.xml" Id="R5dd1918b078c49eb" /><Relationship Type="http://schemas.openxmlformats.org/officeDocument/2006/relationships/slide" Target="/ppt/slides/slide10.xml" Id="R11046e4f35e649fb" /><Relationship Type="http://schemas.openxmlformats.org/officeDocument/2006/relationships/slide" Target="/ppt/slides/slide11.xml" Id="R958a5e97126145fc" /><Relationship Type="http://schemas.openxmlformats.org/officeDocument/2006/relationships/slide" Target="/ppt/slides/slide12.xml" Id="R18d1869a21344e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b6b4e6c80140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e89d527cb84891" /><Relationship Type="http://schemas.openxmlformats.org/officeDocument/2006/relationships/notesMaster" Target="/ppt/notesMasters/notesMaster1.xml" Id="R19a93945753d4a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6a51994dc943a3" /><Relationship Type="http://schemas.openxmlformats.org/officeDocument/2006/relationships/notesMaster" Target="/ppt/notesMasters/notesMaster1.xml" Id="Rcb1584559bd34e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dac1974dfd94a7c" /><Relationship Type="http://schemas.openxmlformats.org/officeDocument/2006/relationships/notesMaster" Target="/ppt/notesMasters/notesMaster1.xml" Id="Rf3e12cbd38db4e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99f6ad05914b71" /><Relationship Type="http://schemas.openxmlformats.org/officeDocument/2006/relationships/notesMaster" Target="/ppt/notesMasters/notesMaster1.xml" Id="Rc2571faf529745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a0544142e0401d" /><Relationship Type="http://schemas.openxmlformats.org/officeDocument/2006/relationships/notesMaster" Target="/ppt/notesMasters/notesMaster1.xml" Id="R5d133916677b46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e02fef76ac47e6" /><Relationship Type="http://schemas.openxmlformats.org/officeDocument/2006/relationships/notesMaster" Target="/ppt/notesMasters/notesMaster1.xml" Id="Rdd631114621244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b151272f07438a" /><Relationship Type="http://schemas.openxmlformats.org/officeDocument/2006/relationships/notesMaster" Target="/ppt/notesMasters/notesMaster1.xml" Id="R71a16021920448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521765b8c04092" /><Relationship Type="http://schemas.openxmlformats.org/officeDocument/2006/relationships/notesMaster" Target="/ppt/notesMasters/notesMaster1.xml" Id="R04d41b6c4ae0464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4379e2aa96b495f" /><Relationship Type="http://schemas.openxmlformats.org/officeDocument/2006/relationships/notesMaster" Target="/ppt/notesMasters/notesMaster1.xml" Id="R2506723ea4a14d0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10a77c519c54d29" /><Relationship Type="http://schemas.openxmlformats.org/officeDocument/2006/relationships/notesMaster" Target="/ppt/notesMasters/notesMaster1.xml" Id="R0952e833a20f41c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c3dc14584454bb5" /><Relationship Type="http://schemas.openxmlformats.org/officeDocument/2006/relationships/notesMaster" Target="/ppt/notesMasters/notesMaster1.xml" Id="R6d38945bc4a0455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ebea79731f1480a" /><Relationship Type="http://schemas.openxmlformats.org/officeDocument/2006/relationships/notesMaster" Target="/ppt/notesMasters/notesMaster1.xml" Id="Rf82b9c8fb6a543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Eu desenvolvi o AEBOT para apoiar a análise de qualidade das Ordens de Serviço. Vou mostrar o objetivo, como o assistente usa as regras e o estágio atual. Depois, vou demonstrar o protótipo no Latitude. Esta é uma apresentação do projeto, ainda em validação.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internas: README.md, AGENTS.md e docs/INSTALAR-NO-LATITUDE.md. Estado do projeto em 08/10/2026.</a:t>
            </a:r>
          </a:p>
          <a:p xmlns:a="http://schemas.openxmlformats.org/drawingml/2006/main">
            <a:r>
              <a:t>Referência visual fornecida pelo responsável: Treinamento Implantação de Ligação Qualidade.pptx. Elementos de marca preservados. A apresentação do AEBOT não representa homologação institucional.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Esse é o volume informado da nossa operação. Não estou dizendo que o AEBOT já processou 3.000 OS por dia. O benefício que pretendo validar é reduzir o tempo de consulta e a divergência de interpretação. Ainda preciso medir esse ganho no piloto.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contexto operacional informado por Pedro Lucas Botelho, aproximadamente 40 analistas e pouco mais de 3.000 OS/dia. Volume da operação, não capacidade comprovada do AEBOT.</a:t>
            </a:r>
          </a:p>
          <a:p xmlns:a="http://schemas.openxmlformats.org/drawingml/2006/main">
            <a:r>
              <a:t>Referência visual fornecida pelo responsável: Treinamento Implantação de Ligação Qualidade.pptx. Elementos de marca preservados. A apresentação do AEBOT não representa homologação institucional.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Eu quero que o analista consiga conversar naturalmente. Ele descreve aquilo que encontrou nas fotos. Hoje o aplicativo não lê as imagens automaticamente, não acessa o Field ou o SCAE e não altera a OS. A responsabilidade pela conferência e pelo lançamento continua com o analista.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internas: README.md, AGENTS.md e docs/INSTALAR-NO-LATITUDE.md. Estado do projeto em 08/10/2026.</a:t>
            </a:r>
          </a:p>
          <a:p xmlns:a="http://schemas.openxmlformats.org/drawingml/2006/main">
            <a:r>
              <a:t>Referência visual fornecida pelo responsável: Treinamento Implantação de Ligação Qualidade.pptx. Elementos de marca preservados. A apresentação do AEBOT não representa homologação institucional.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IA ajuda a entender sinônimos e relatos informais. O motor valida os fatos e decide conforme as regras cadastradas. A IA não pode inventar regras da empresa. Se a base só permitir uma orientação ou se faltar informação, o AEBOT precisa deixar isso claro. As regras ficam numa base editável e versionada.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internas: README.md, AGENTS.md e docs/INSTALAR-NO-LATITUDE.md. Estado do projeto em 08/10/2026.</a:t>
            </a:r>
          </a:p>
          <a:p xmlns:a="http://schemas.openxmlformats.org/drawingml/2006/main">
            <a:r>
              <a:t>Referência visual fornecida pelo responsável: Treinamento Implantação de Ligação Qualidade.pptx. Elementos de marca preservados. A apresentação do AEBOT não representa homologação institucional.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Existem somente essas três conclusões oficiais. Quando faltam dados ou regras, o estado técnico é sem decisão. Isso não cria uma quarta conclusão chamada Análise Manual. A resposta pode orientar o próximo passo, mas não pode recomendar Conforme por falta de informação.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internas: README.md, AGENTS.md e docs/INSTALAR-NO-LATITUDE.md. Estado do projeto em 08/10/2026.</a:t>
            </a:r>
          </a:p>
          <a:p xmlns:a="http://schemas.openxmlformats.org/drawingml/2006/main">
            <a:r>
              <a:t>Referência visual fornecida pelo responsável: Treinamento Implantação de Ligação Qualidade.pptx. Elementos de marca preservados. A apresentação do AEBOT não representa homologação institucional.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Estes exemplos vêm da base de Repavimentação Asfalto. Eu inicio um caso novo entre situações independentes. No terceiro caso, o motor combina as duas faltas de evidência. Acertar o rótulo não basta: preciso conferir a regra utilizada e os fatos que sustentaram a recomendação. Não generalizo essas conclusões para um serviço sem regras correspondentes.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src/data/rulesStore.json, versão 2.15.3. Estas recomendações dependem do serviço e dos fatos realmente confirmados. Regras: RULE-ASF-FOTO-ANTES-01, RULE-ASF-FOTO-DEPOIS-01 e RULE-ASF-FOTOS-COMBINADAS-01.</a:t>
            </a:r>
          </a:p>
          <a:p xmlns:a="http://schemas.openxmlformats.org/drawingml/2006/main">
            <a:r>
              <a:t>Referência visual fornecida pelo responsável: Treinamento Implantação de Ligação Qualidade.pptx. Elementos de marca preservados. A apresentação do AEBOT não representa homologação institucional.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Aqui, a falta de aferição está no serviço original. O tipo de equipe muda a ação e a conclusão, então o AEBOT deve perguntar antes de decidir. Eu respondo apenas “interna”, sem repetir o relato. Isso continua o mesmo caso. Se a falta estiver em um adicional executado de outra OS, a base prevê ações específicas para retirar ou gerar o posterior. Não confundo a aferição do serviço atual com a aferição da OS de origem.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src/data/rulesStore.json, versão 2.15.3. Estas recomendações dependem do serviço e dos fatos realmente confirmados. Regras: RULE-PAV-AFERICAO-CONTEXTO-01, RULE-PAV-AFERICAO-INTERNA-01 e RULE-PAV-AFERICAO-TERCEIRA-01.</a:t>
            </a:r>
          </a:p>
          <a:p xmlns:a="http://schemas.openxmlformats.org/drawingml/2006/main">
            <a:r>
              <a:t>Referência visual fornecida pelo responsável: Treinamento Implantação de Ligação Qualidade.pptx. Elementos de marca preservados. A apresentação do AEBOT não representa homologação institucional.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rota atual é desktop Windows. Cada notebook executa o Qwen3 de 4 bilhões de parâmetros com llama.cpp, gerenciado pelo Electron. O modelo vem junto com o pacote, sem o analista configurar servidor ou porta. Depois da preparação, funciona sem internet e sem cobrar tokens de um provedor. Isso não significa velocidade ou capacidade ilimitadas: CPU e memória ainda limitam o desempenho. O feedback é local e só sai quando alguém exporta explicitamente. A extensão e a API online permanecem como perfis legados.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internas: README.md, AGENTS.md e docs/INSTALAR-NO-LATITUDE.md. Estado do projeto em 08/10/2026.</a:t>
            </a:r>
          </a:p>
          <a:p xmlns:a="http://schemas.openxmlformats.org/drawingml/2006/main">
            <a:r>
              <a:t>Referência visual fornecida pelo responsável: Treinamento Implantação de Ligação Qualidade.pptx. Elementos de marca preservados. A apresentação do AEBOT não representa homologação institucional.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captura mostra a interface de desenvolvimento atual com Asfalto selecionado. O pacote portátil tem o mesmo projeto e leva seus recursos locais. A base contém 36 serviços cadastrados, mas cadastro não significa cobertura completa. Existem serviços com regras pendentes. Para o piloto, meu foco é validar Repavimentação Asfalto.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da captura: desktop-release/desktop-preview.png. Fonte da versão: package.json e rulesStore.json.</a:t>
            </a:r>
          </a:p>
          <a:p xmlns:a="http://schemas.openxmlformats.org/drawingml/2006/main">
            <a:r>
              <a:t>Referência visual fornecida pelo responsável: Treinamento Implantação de Ligação Qualidade.pptx. Elementos de marca preservados. A apresentação do AEBOT não representa homologação institucional.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resultado de 51 casos é um teste técnico, não uma promessa de acerto em qualquer OS. O avaliador confere conclusão, regras e fatos. Na rodada, 19 casos chamaram a IA, com 26 chamadas incluindo verificações. A mediana com IA foi 17,685 segundos e o máximo da rodada foi 78,764 segundos em Ryzen 5 5600G com aproximadamente 8 GB de RAM. Em uma verificação posterior do EXE empacotado, uma interpretação levou 131,773 segundos. O EXE abriu nessa nova tentativa no PC de desenvolvimento, após bloqueios anteriores. Ainda não tenho medição no Latitude nem homologação operacional. O AEBOT não tem assinatura própria e pode ser bloqueado pelo Windows. Não vou desativar proteções para fazê-lo executar.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desktop-release/evaluations/2026-10-08T19-31-11-043Z.json e desktop-release/packaged-smoke.json, teste finalizado em 08/10/2026 às 17:49, horário de Fortaleza. Corpus técnico sintético, gabarito operacional ainda pendente.</a:t>
            </a:r>
          </a:p>
          <a:p xmlns:a="http://schemas.openxmlformats.org/drawingml/2006/main">
            <a:r>
              <a:t>Referência visual fornecida pelo responsável: Treinamento Implantação de Ligação Qualidade.pptx. Elementos de marca preservados. A apresentação do AEBOT não representa homologação institucional.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Meu próximo passo é testar no Latitude usando os sistemas habituais abertos e casos sintéticos. Depois, quero um piloto de 5 a 10 analistas, com gabarito validado pelo responsável operacional. Vou medir erros críticos, demora e utilidade da orientação. A expansão para a equipe completa, e eventualmente até 60 pessoas, depende desses resultados. Não há prazo nem ganho de produtividade comprovado nesta apresentação. Regras podem receber novas versões sem redistribuir todo o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internas: README.md, AGENTS.md e docs/INSTALAR-NO-LATITUDE.md. Estado do projeto em 08/10/2026.</a:t>
            </a:r>
          </a:p>
          <a:p xmlns:a="http://schemas.openxmlformats.org/drawingml/2006/main">
            <a:r>
              <a:t>Referência visual fornecida pelo responsável: Treinamento Implantação de Ligação Qualidade.pptx. Elementos de marca preservados. A apresentação do AEBOT não representa homologação institucional.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Antes de apresentar, eu deixo o Latitude na tomada, a pasta completa do protótipo copiada para o disco local e apenas uma instância aberta. Confiro se a IA está pronta. Não movo somente o EXE e não executo dentro do ZIP. Primeiro seleciono a faixa correta de Repavimentação Asfalto e envio “Sem foto depois”. Mostro a conclusão, a regra e a orientação. Inicio um novo caso, escrevo “A OS de repavimentação está sem aferição da vala” e respondo “interna” à pergunta do bot. Espero Não Conforme e geração de retrabalho. Para cada caso independente, uso Iniciar novo caso. Reservo tempo para eventual demora. Se o Windows bloquear ou a resposta demorar demais, mostro a captura desta apresentação e explico o limite sem tentar contornar a proteção. Encerro propondo o piloto supervisionado, não distribuição ampla.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internas: README.md, AGENTS.md e docs/INSTALAR-NO-LATITUDE.md. Estado do projeto em 08/10/2026.</a:t>
            </a:r>
          </a:p>
          <a:p xmlns:a="http://schemas.openxmlformats.org/drawingml/2006/main">
            <a:r>
              <a:t>Referência visual fornecida pelo responsável: Treinamento Implantação de Ligação Qualidade.pptx. Elementos de marca preservados. A apresentação do AEBOT não representa homologação institucional.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4771af926c488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79c29ffa0b40c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a3d17c26a9451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7a4391f11040b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5b0cca6db041e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b2875542e344e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bb2fc2877143d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32d2c85b734bc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aefa17e3d0475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ec0df698ee450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163d4f8206457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65bdb04b5c4cae" /><Relationship Type="http://schemas.openxmlformats.org/officeDocument/2006/relationships/image" Target="/ppt/media/image.png" Id="Rb6a1047752694dbf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fa031384034a72" /></Relationships>
</file>

<file path=ppt/slideLayouts/slideLayout1.xml><?xml version="1.0" encoding="utf-8"?>
<p:sldLayout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690126CF-7274-5D18-8FAF-8C1B6B5D3E7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Clique para editar o título Mestre</a:t>
            </a:r>
          </a:p>
        </p:txBody>
      </p:sp>
      <p:sp>
        <p:nvSpPr>
          <p:cNvPr id="3" name="Subtítulo 2">
            <a:extLst xmlns:a="http://schemas.openxmlformats.org/drawingml/2006/main">
              <a:ext uri="{FF2B5EF4-FFF2-40B4-BE49-F238E27FC236}">
                <a16:creationId xmlns:a16="http://schemas.microsoft.com/office/drawing/2014/main" id="{A1F1CC3B-815A-D3DF-54FC-C45D9332BBD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Clique para editar o estilo do subtítulo Mestre</a:t>
            </a:r>
          </a:p>
        </p:txBody>
      </p:sp>
      <p:sp>
        <p:nvSpPr>
          <p:cNvPr id="4" name="Espaço Reservado para Data 3">
            <a:extLst xmlns:a="http://schemas.openxmlformats.org/drawingml/2006/main">
              <a:ext uri="{FF2B5EF4-FFF2-40B4-BE49-F238E27FC236}">
                <a16:creationId xmlns:a16="http://schemas.microsoft.com/office/drawing/2014/main" id="{DE820693-D8E5-E7C9-C3DE-AB0BCEFF37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6E0F28-42CD-4558-B4F7-BBAFD4F20C29}" type="datetimeFigureOut">
              <a:t>05/10/2026</a:t>
            </a:fld>
            <a:endParaRPr/>
          </a:p>
        </p:txBody>
      </p:sp>
      <p:sp>
        <p:nvSpPr>
          <p:cNvPr id="5" name="Espaço Reservado para Rodapé 4">
            <a:extLst xmlns:a="http://schemas.openxmlformats.org/drawingml/2006/main">
              <a:ext uri="{FF2B5EF4-FFF2-40B4-BE49-F238E27FC236}">
                <a16:creationId xmlns:a16="http://schemas.microsoft.com/office/drawing/2014/main" id="{F71E1BD6-B6DA-D7DF-2FF1-D502E5EC5F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Espaço Reservado para Número de Slide 5">
            <a:extLst xmlns:a="http://schemas.openxmlformats.org/drawingml/2006/main">
              <a:ext uri="{FF2B5EF4-FFF2-40B4-BE49-F238E27FC236}">
                <a16:creationId xmlns:a16="http://schemas.microsoft.com/office/drawing/2014/main" id="{DE9B214E-E273-AE4D-852B-D177864F08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6EE6597-B2A9-435C-A42E-CF0C7CD60F66}" type="slidenum">
              <a:t>‹nº›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52559F23-733E-13D7-6D2B-1C969CFED1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</a:p>
        </p:txBody>
      </p:sp>
      <p:sp>
        <p:nvSpPr>
          <p:cNvPr id="3" name="Espaço Reservado para Conteúdo 2">
            <a:extLst xmlns:a="http://schemas.openxmlformats.org/drawingml/2006/main">
              <a:ext uri="{FF2B5EF4-FFF2-40B4-BE49-F238E27FC236}">
                <a16:creationId xmlns:a16="http://schemas.microsoft.com/office/drawing/2014/main" id="{D7496080-2BEF-A5BB-2FA7-5BAB93C57DE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Data 3">
            <a:extLst xmlns:a="http://schemas.openxmlformats.org/drawingml/2006/main">
              <a:ext uri="{FF2B5EF4-FFF2-40B4-BE49-F238E27FC236}">
                <a16:creationId xmlns:a16="http://schemas.microsoft.com/office/drawing/2014/main" id="{6D16FCD8-45DD-C66E-DC49-2CC82B29502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6E0F28-42CD-4558-B4F7-BBAFD4F20C29}" type="datetimeFigureOut">
              <a:t>05/10/2026</a:t>
            </a:fld>
            <a:endParaRPr/>
          </a:p>
        </p:txBody>
      </p:sp>
      <p:sp>
        <p:nvSpPr>
          <p:cNvPr id="5" name="Espaço Reservado para Rodapé 4">
            <a:extLst xmlns:a="http://schemas.openxmlformats.org/drawingml/2006/main">
              <a:ext uri="{FF2B5EF4-FFF2-40B4-BE49-F238E27FC236}">
                <a16:creationId xmlns:a16="http://schemas.microsoft.com/office/drawing/2014/main" id="{853E35EF-3CAE-1626-97B0-C9F1095541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Espaço Reservado para Número de Slide 5">
            <a:extLst xmlns:a="http://schemas.openxmlformats.org/drawingml/2006/main">
              <a:ext uri="{FF2B5EF4-FFF2-40B4-BE49-F238E27FC236}">
                <a16:creationId xmlns:a16="http://schemas.microsoft.com/office/drawing/2014/main" id="{3C2EB0EC-4EBD-AFDC-A8DC-944F6D7978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6EE6597-B2A9-435C-A42E-CF0C7CD60F66}" type="slidenum">
              <a:t>‹nº›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332B025F-9A8C-3538-7295-2040396AAC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Clique para editar o título Mestre</a:t>
            </a:r>
          </a:p>
        </p:txBody>
      </p:sp>
      <p:sp>
        <p:nvSpPr>
          <p:cNvPr id="3" name="Espaço Reservado para Texto 2">
            <a:extLst xmlns:a="http://schemas.openxmlformats.org/drawingml/2006/main">
              <a:ext uri="{FF2B5EF4-FFF2-40B4-BE49-F238E27FC236}">
                <a16:creationId xmlns:a16="http://schemas.microsoft.com/office/drawing/2014/main" id="{1B557C79-86C3-6A38-B021-7C97D80E91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4" name="Espaço Reservado para Data 3">
            <a:extLst xmlns:a="http://schemas.openxmlformats.org/drawingml/2006/main">
              <a:ext uri="{FF2B5EF4-FFF2-40B4-BE49-F238E27FC236}">
                <a16:creationId xmlns:a16="http://schemas.microsoft.com/office/drawing/2014/main" id="{C7952D87-863F-F445-D70D-0DB35B8C8F9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6E0F28-42CD-4558-B4F7-BBAFD4F20C29}" type="datetimeFigureOut">
              <a:t>05/10/2026</a:t>
            </a:fld>
            <a:endParaRPr/>
          </a:p>
        </p:txBody>
      </p:sp>
      <p:sp>
        <p:nvSpPr>
          <p:cNvPr id="5" name="Espaço Reservado para Rodapé 4">
            <a:extLst xmlns:a="http://schemas.openxmlformats.org/drawingml/2006/main">
              <a:ext uri="{FF2B5EF4-FFF2-40B4-BE49-F238E27FC236}">
                <a16:creationId xmlns:a16="http://schemas.microsoft.com/office/drawing/2014/main" id="{2AB0495E-9765-7069-F4C0-9C7E59A57E6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Espaço Reservado para Número de Slide 5">
            <a:extLst xmlns:a="http://schemas.openxmlformats.org/drawingml/2006/main">
              <a:ext uri="{FF2B5EF4-FFF2-40B4-BE49-F238E27FC236}">
                <a16:creationId xmlns:a16="http://schemas.microsoft.com/office/drawing/2014/main" id="{E861BC8A-C0C3-433A-455F-219F973EFE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6EE6597-B2A9-435C-A42E-CF0C7CD60F66}" type="slidenum">
              <a:t>‹nº›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58032325-5D07-3518-0A93-A946ACDAEE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</a:p>
        </p:txBody>
      </p:sp>
      <p:sp>
        <p:nvSpPr>
          <p:cNvPr id="3" name="Espaço Reservado para Conteúdo 2">
            <a:extLst xmlns:a="http://schemas.openxmlformats.org/drawingml/2006/main">
              <a:ext uri="{FF2B5EF4-FFF2-40B4-BE49-F238E27FC236}">
                <a16:creationId xmlns:a16="http://schemas.microsoft.com/office/drawing/2014/main" id="{60239A27-9B85-39C6-F1BF-B7913C38667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Conteúdo 3">
            <a:extLst xmlns:a="http://schemas.openxmlformats.org/drawingml/2006/main">
              <a:ext uri="{FF2B5EF4-FFF2-40B4-BE49-F238E27FC236}">
                <a16:creationId xmlns:a16="http://schemas.microsoft.com/office/drawing/2014/main" id="{832F56DD-A992-85EE-DAD2-FAD336DEED7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</a:p>
        </p:txBody>
      </p:sp>
      <p:sp>
        <p:nvSpPr>
          <p:cNvPr id="5" name="Espaço Reservado para Data 4">
            <a:extLst xmlns:a="http://schemas.openxmlformats.org/drawingml/2006/main">
              <a:ext uri="{FF2B5EF4-FFF2-40B4-BE49-F238E27FC236}">
                <a16:creationId xmlns:a16="http://schemas.microsoft.com/office/drawing/2014/main" id="{02988E7D-FCF3-3EFF-ACDA-1C919BD7FB9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6E0F28-42CD-4558-B4F7-BBAFD4F20C29}" type="datetimeFigureOut">
              <a:t>05/10/2026</a:t>
            </a:fld>
            <a:endParaRPr/>
          </a:p>
        </p:txBody>
      </p:sp>
      <p:sp>
        <p:nvSpPr>
          <p:cNvPr id="6" name="Espaço Reservado para Rodapé 5">
            <a:extLst xmlns:a="http://schemas.openxmlformats.org/drawingml/2006/main">
              <a:ext uri="{FF2B5EF4-FFF2-40B4-BE49-F238E27FC236}">
                <a16:creationId xmlns:a16="http://schemas.microsoft.com/office/drawing/2014/main" id="{504BA71C-7E00-AB6B-CE96-9A7626AD42C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Espaço Reservado para Número de Slide 6">
            <a:extLst xmlns:a="http://schemas.openxmlformats.org/drawingml/2006/main">
              <a:ext uri="{FF2B5EF4-FFF2-40B4-BE49-F238E27FC236}">
                <a16:creationId xmlns:a16="http://schemas.microsoft.com/office/drawing/2014/main" id="{56A541AD-BD94-1B5F-9F4B-170C6C8F7A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6EE6597-B2A9-435C-A42E-CF0C7CD60F66}" type="slidenum">
              <a:t>‹nº›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87D1C1EB-4ABA-DD8B-9E87-FE2F50B989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</a:p>
        </p:txBody>
      </p:sp>
      <p:sp>
        <p:nvSpPr>
          <p:cNvPr id="3" name="Espaço Reservado para Texto 2">
            <a:extLst xmlns:a="http://schemas.openxmlformats.org/drawingml/2006/main">
              <a:ext uri="{FF2B5EF4-FFF2-40B4-BE49-F238E27FC236}">
                <a16:creationId xmlns:a16="http://schemas.microsoft.com/office/drawing/2014/main" id="{39E04D74-9294-0DA1-D22A-3DDF28480A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4" name="Espaço Reservado para Conteúdo 3">
            <a:extLst xmlns:a="http://schemas.openxmlformats.org/drawingml/2006/main">
              <a:ext uri="{FF2B5EF4-FFF2-40B4-BE49-F238E27FC236}">
                <a16:creationId xmlns:a16="http://schemas.microsoft.com/office/drawing/2014/main" id="{9085031A-BA80-890E-3AFA-265C3DAE0AF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</a:p>
        </p:txBody>
      </p:sp>
      <p:sp>
        <p:nvSpPr>
          <p:cNvPr id="5" name="Espaço Reservado para Texto 4">
            <a:extLst xmlns:a="http://schemas.openxmlformats.org/drawingml/2006/main">
              <a:ext uri="{FF2B5EF4-FFF2-40B4-BE49-F238E27FC236}">
                <a16:creationId xmlns:a16="http://schemas.microsoft.com/office/drawing/2014/main" id="{CF8964DC-29A6-72B1-294F-1D673C1369C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6" name="Espaço Reservado para Conteúdo 5">
            <a:extLst xmlns:a="http://schemas.openxmlformats.org/drawingml/2006/main">
              <a:ext uri="{FF2B5EF4-FFF2-40B4-BE49-F238E27FC236}">
                <a16:creationId xmlns:a16="http://schemas.microsoft.com/office/drawing/2014/main" id="{5205D012-B037-C260-D6E7-E04C147081E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</a:p>
        </p:txBody>
      </p:sp>
      <p:sp>
        <p:nvSpPr>
          <p:cNvPr id="7" name="Espaço Reservado para Data 6">
            <a:extLst xmlns:a="http://schemas.openxmlformats.org/drawingml/2006/main">
              <a:ext uri="{FF2B5EF4-FFF2-40B4-BE49-F238E27FC236}">
                <a16:creationId xmlns:a16="http://schemas.microsoft.com/office/drawing/2014/main" id="{8994BDE9-B992-8DC5-9603-C7C94DD2BE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6E0F28-42CD-4558-B4F7-BBAFD4F20C29}" type="datetimeFigureOut">
              <a:t>05/10/2026</a:t>
            </a:fld>
            <a:endParaRPr/>
          </a:p>
        </p:txBody>
      </p:sp>
      <p:sp>
        <p:nvSpPr>
          <p:cNvPr id="8" name="Espaço Reservado para Rodapé 7">
            <a:extLst xmlns:a="http://schemas.openxmlformats.org/drawingml/2006/main">
              <a:ext uri="{FF2B5EF4-FFF2-40B4-BE49-F238E27FC236}">
                <a16:creationId xmlns:a16="http://schemas.microsoft.com/office/drawing/2014/main" id="{AC48EE17-4DE0-7F96-E6A9-D4EB2466CC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Espaço Reservado para Número de Slide 8">
            <a:extLst xmlns:a="http://schemas.openxmlformats.org/drawingml/2006/main">
              <a:ext uri="{FF2B5EF4-FFF2-40B4-BE49-F238E27FC236}">
                <a16:creationId xmlns:a16="http://schemas.microsoft.com/office/drawing/2014/main" id="{0ED9C82D-81B8-685F-8FA0-A5D162F11A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6EE6597-B2A9-435C-A42E-CF0C7CD60F66}" type="slidenum">
              <a:t>‹nº›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F26CCF79-9365-C5CC-9D5E-2F2512CB7F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</a:p>
        </p:txBody>
      </p:sp>
      <p:sp>
        <p:nvSpPr>
          <p:cNvPr id="3" name="Espaço Reservado para Data 2">
            <a:extLst xmlns:a="http://schemas.openxmlformats.org/drawingml/2006/main">
              <a:ext uri="{FF2B5EF4-FFF2-40B4-BE49-F238E27FC236}">
                <a16:creationId xmlns:a16="http://schemas.microsoft.com/office/drawing/2014/main" id="{85AEC412-DC90-163B-5CF7-B6F259206E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6E0F28-42CD-4558-B4F7-BBAFD4F20C29}" type="datetimeFigureOut">
              <a:t>05/10/2026</a:t>
            </a:fld>
            <a:endParaRPr/>
          </a:p>
        </p:txBody>
      </p:sp>
      <p:sp>
        <p:nvSpPr>
          <p:cNvPr id="4" name="Espaço Reservado para Rodapé 3">
            <a:extLst xmlns:a="http://schemas.openxmlformats.org/drawingml/2006/main">
              <a:ext uri="{FF2B5EF4-FFF2-40B4-BE49-F238E27FC236}">
                <a16:creationId xmlns:a16="http://schemas.microsoft.com/office/drawing/2014/main" id="{EECD7EAF-89BF-9A95-37C1-B9DC6192F0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Espaço Reservado para Número de Slide 4">
            <a:extLst xmlns:a="http://schemas.openxmlformats.org/drawingml/2006/main">
              <a:ext uri="{FF2B5EF4-FFF2-40B4-BE49-F238E27FC236}">
                <a16:creationId xmlns:a16="http://schemas.microsoft.com/office/drawing/2014/main" id="{A165E11A-3227-7130-9EC0-4A4722B0D4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6EE6597-B2A9-435C-A42E-CF0C7CD60F66}" type="slidenum">
              <a:t>‹nº›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ço Reservado para Data 1">
            <a:extLst xmlns:a="http://schemas.openxmlformats.org/drawingml/2006/main">
              <a:ext uri="{FF2B5EF4-FFF2-40B4-BE49-F238E27FC236}">
                <a16:creationId xmlns:a16="http://schemas.microsoft.com/office/drawing/2014/main" id="{3E8E817B-967F-4297-C642-AFA70740BD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6E0F28-42CD-4558-B4F7-BBAFD4F20C29}" type="datetimeFigureOut">
              <a:t>05/10/2026</a:t>
            </a:fld>
            <a:endParaRPr/>
          </a:p>
        </p:txBody>
      </p:sp>
      <p:sp>
        <p:nvSpPr>
          <p:cNvPr id="3" name="Espaço Reservado para Rodapé 2">
            <a:extLst xmlns:a="http://schemas.openxmlformats.org/drawingml/2006/main">
              <a:ext uri="{FF2B5EF4-FFF2-40B4-BE49-F238E27FC236}">
                <a16:creationId xmlns:a16="http://schemas.microsoft.com/office/drawing/2014/main" id="{353AFFD4-7226-EF2F-1550-1C4975D5859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Espaço Reservado para Número de Slide 3">
            <a:extLst xmlns:a="http://schemas.openxmlformats.org/drawingml/2006/main">
              <a:ext uri="{FF2B5EF4-FFF2-40B4-BE49-F238E27FC236}">
                <a16:creationId xmlns:a16="http://schemas.microsoft.com/office/drawing/2014/main" id="{AED9333C-C180-F3EC-3631-28EC5B01BD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6EE6597-B2A9-435C-A42E-CF0C7CD60F66}" type="slidenum">
              <a:t>‹nº›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B7568F6E-FE0A-1025-711A-114696FC29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Clique para editar o título Mestre</a:t>
            </a:r>
          </a:p>
        </p:txBody>
      </p:sp>
      <p:sp>
        <p:nvSpPr>
          <p:cNvPr id="3" name="Espaço Reservado para Conteúdo 2">
            <a:extLst xmlns:a="http://schemas.openxmlformats.org/drawingml/2006/main">
              <a:ext uri="{FF2B5EF4-FFF2-40B4-BE49-F238E27FC236}">
                <a16:creationId xmlns:a16="http://schemas.microsoft.com/office/drawing/2014/main" id="{35F951CB-5EB8-E2F9-01F7-25726D3A2AC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Texto 3">
            <a:extLst xmlns:a="http://schemas.openxmlformats.org/drawingml/2006/main">
              <a:ext uri="{FF2B5EF4-FFF2-40B4-BE49-F238E27FC236}">
                <a16:creationId xmlns:a16="http://schemas.microsoft.com/office/drawing/2014/main" id="{1089919E-9B9C-A2E3-FECF-5A9DFCEA292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5" name="Espaço Reservado para Data 4">
            <a:extLst xmlns:a="http://schemas.openxmlformats.org/drawingml/2006/main">
              <a:ext uri="{FF2B5EF4-FFF2-40B4-BE49-F238E27FC236}">
                <a16:creationId xmlns:a16="http://schemas.microsoft.com/office/drawing/2014/main" id="{C537D1C0-7894-1CF8-7E95-D32658C58F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6E0F28-42CD-4558-B4F7-BBAFD4F20C29}" type="datetimeFigureOut">
              <a:t>05/10/2026</a:t>
            </a:fld>
            <a:endParaRPr/>
          </a:p>
        </p:txBody>
      </p:sp>
      <p:sp>
        <p:nvSpPr>
          <p:cNvPr id="6" name="Espaço Reservado para Rodapé 5">
            <a:extLst xmlns:a="http://schemas.openxmlformats.org/drawingml/2006/main">
              <a:ext uri="{FF2B5EF4-FFF2-40B4-BE49-F238E27FC236}">
                <a16:creationId xmlns:a16="http://schemas.microsoft.com/office/drawing/2014/main" id="{FA8CB4BD-A998-ACCF-259E-734F3257D44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Espaço Reservado para Número de Slide 6">
            <a:extLst xmlns:a="http://schemas.openxmlformats.org/drawingml/2006/main">
              <a:ext uri="{FF2B5EF4-FFF2-40B4-BE49-F238E27FC236}">
                <a16:creationId xmlns:a16="http://schemas.microsoft.com/office/drawing/2014/main" id="{AA4E9AD5-FB66-07DA-5A06-F8009765EA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6EE6597-B2A9-435C-A42E-CF0C7CD60F66}" type="slidenum">
              <a:t>‹nº›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56A08C64-8A1C-392C-F8F3-6A80426187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Clique para editar o título Mestre</a:t>
            </a:r>
          </a:p>
        </p:txBody>
      </p:sp>
      <p:sp>
        <p:nvSpPr>
          <p:cNvPr id="3" name="Espaço Reservado para Imagem 2">
            <a:extLst xmlns:a="http://schemas.openxmlformats.org/drawingml/2006/main">
              <a:ext uri="{FF2B5EF4-FFF2-40B4-BE49-F238E27FC236}">
                <a16:creationId xmlns:a16="http://schemas.microsoft.com/office/drawing/2014/main" id="{D5512462-BF71-C33C-345E-29B571A9327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Espaço Reservado para Texto 3">
            <a:extLst xmlns:a="http://schemas.openxmlformats.org/drawingml/2006/main">
              <a:ext uri="{FF2B5EF4-FFF2-40B4-BE49-F238E27FC236}">
                <a16:creationId xmlns:a16="http://schemas.microsoft.com/office/drawing/2014/main" id="{46772863-8083-370F-F049-D3B82F61944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5" name="Espaço Reservado para Data 4">
            <a:extLst xmlns:a="http://schemas.openxmlformats.org/drawingml/2006/main">
              <a:ext uri="{FF2B5EF4-FFF2-40B4-BE49-F238E27FC236}">
                <a16:creationId xmlns:a16="http://schemas.microsoft.com/office/drawing/2014/main" id="{2B970F8F-3477-DEA2-20B6-D57F4457CA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6E0F28-42CD-4558-B4F7-BBAFD4F20C29}" type="datetimeFigureOut">
              <a:t>05/10/2026</a:t>
            </a:fld>
            <a:endParaRPr/>
          </a:p>
        </p:txBody>
      </p:sp>
      <p:sp>
        <p:nvSpPr>
          <p:cNvPr id="6" name="Espaço Reservado para Rodapé 5">
            <a:extLst xmlns:a="http://schemas.openxmlformats.org/drawingml/2006/main">
              <a:ext uri="{FF2B5EF4-FFF2-40B4-BE49-F238E27FC236}">
                <a16:creationId xmlns:a16="http://schemas.microsoft.com/office/drawing/2014/main" id="{B56FB486-FADC-A495-3C0A-57E97CAD846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Espaço Reservado para Número de Slide 6">
            <a:extLst xmlns:a="http://schemas.openxmlformats.org/drawingml/2006/main">
              <a:ext uri="{FF2B5EF4-FFF2-40B4-BE49-F238E27FC236}">
                <a16:creationId xmlns:a16="http://schemas.microsoft.com/office/drawing/2014/main" id="{1BA8C606-D823-3878-CDA6-11C19836BC4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6EE6597-B2A9-435C-A42E-CF0C7CD60F66}" type="slidenum">
              <a:t>‹nº›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2A380E61-ECF4-D98E-57C8-5DCDAA9202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</a:p>
        </p:txBody>
      </p:sp>
      <p:sp>
        <p:nvSpPr>
          <p:cNvPr id="3" name="Espaço Reservado para Texto Vertical 2">
            <a:extLst xmlns:a="http://schemas.openxmlformats.org/drawingml/2006/main">
              <a:ext uri="{FF2B5EF4-FFF2-40B4-BE49-F238E27FC236}">
                <a16:creationId xmlns:a16="http://schemas.microsoft.com/office/drawing/2014/main" id="{4B105D7B-DC8A-A678-1135-4DC5700F38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Data 3">
            <a:extLst xmlns:a="http://schemas.openxmlformats.org/drawingml/2006/main">
              <a:ext uri="{FF2B5EF4-FFF2-40B4-BE49-F238E27FC236}">
                <a16:creationId xmlns:a16="http://schemas.microsoft.com/office/drawing/2014/main" id="{BC4465A6-DDCD-5FDC-4B26-5E642740DEE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6E0F28-42CD-4558-B4F7-BBAFD4F20C29}" type="datetimeFigureOut">
              <a:t>05/10/2026</a:t>
            </a:fld>
            <a:endParaRPr/>
          </a:p>
        </p:txBody>
      </p:sp>
      <p:sp>
        <p:nvSpPr>
          <p:cNvPr id="5" name="Espaço Reservado para Rodapé 4">
            <a:extLst xmlns:a="http://schemas.openxmlformats.org/drawingml/2006/main">
              <a:ext uri="{FF2B5EF4-FFF2-40B4-BE49-F238E27FC236}">
                <a16:creationId xmlns:a16="http://schemas.microsoft.com/office/drawing/2014/main" id="{A0888C6A-F0F1-43E2-6FC5-C903F373F7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Espaço Reservado para Número de Slide 5">
            <a:extLst xmlns:a="http://schemas.openxmlformats.org/drawingml/2006/main">
              <a:ext uri="{FF2B5EF4-FFF2-40B4-BE49-F238E27FC236}">
                <a16:creationId xmlns:a16="http://schemas.microsoft.com/office/drawing/2014/main" id="{4AA9EAAB-7FE7-54E9-9D85-CE33652DCA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6EE6597-B2A9-435C-A42E-CF0C7CD60F66}" type="slidenum">
              <a:t>‹nº›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Vertical 1">
            <a:extLst xmlns:a="http://schemas.openxmlformats.org/drawingml/2006/main">
              <a:ext uri="{FF2B5EF4-FFF2-40B4-BE49-F238E27FC236}">
                <a16:creationId xmlns:a16="http://schemas.microsoft.com/office/drawing/2014/main" id="{CD502965-0B43-1E24-4100-33A3BFE2F7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</a:p>
        </p:txBody>
      </p:sp>
      <p:sp>
        <p:nvSpPr>
          <p:cNvPr id="3" name="Espaço Reservado para Texto Vertical 2">
            <a:extLst xmlns:a="http://schemas.openxmlformats.org/drawingml/2006/main">
              <a:ext uri="{FF2B5EF4-FFF2-40B4-BE49-F238E27FC236}">
                <a16:creationId xmlns:a16="http://schemas.microsoft.com/office/drawing/2014/main" id="{8D46046A-04FC-2FB1-F8ED-8DCB63E581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Data 3">
            <a:extLst xmlns:a="http://schemas.openxmlformats.org/drawingml/2006/main">
              <a:ext uri="{FF2B5EF4-FFF2-40B4-BE49-F238E27FC236}">
                <a16:creationId xmlns:a16="http://schemas.microsoft.com/office/drawing/2014/main" id="{EDE20415-687D-3FCB-74C3-356F99E60CE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6E0F28-42CD-4558-B4F7-BBAFD4F20C29}" type="datetimeFigureOut">
              <a:t>05/10/2026</a:t>
            </a:fld>
            <a:endParaRPr/>
          </a:p>
        </p:txBody>
      </p:sp>
      <p:sp>
        <p:nvSpPr>
          <p:cNvPr id="5" name="Espaço Reservado para Rodapé 4">
            <a:extLst xmlns:a="http://schemas.openxmlformats.org/drawingml/2006/main">
              <a:ext uri="{FF2B5EF4-FFF2-40B4-BE49-F238E27FC236}">
                <a16:creationId xmlns:a16="http://schemas.microsoft.com/office/drawing/2014/main" id="{B70284EB-B28E-ADD4-F36C-A370D418A07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Espaço Reservado para Número de Slide 5">
            <a:extLst xmlns:a="http://schemas.openxmlformats.org/drawingml/2006/main">
              <a:ext uri="{FF2B5EF4-FFF2-40B4-BE49-F238E27FC236}">
                <a16:creationId xmlns:a16="http://schemas.microsoft.com/office/drawing/2014/main" id="{64D3B4C8-48B4-26D7-1B46-3D9984396B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6EE6597-B2A9-435C-A42E-CF0C7CD60F66}" type="slidenum">
              <a:t>‹nº›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userDrawn="1">
  <p:cSld name="1_Capa 3_Mar_EXT">
    <p:bg>
      <p:bgPr>
        <a:solidFill xmlns:a="http://schemas.openxmlformats.org/drawingml/2006/main">
          <a:schemeClr val="tx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CBE7553-85C5-564E-079A-9FF921F5C8F4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b6a1047752694dbf"/>
            <a:srcRect l="0" t="0" r="0" b="0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noFill/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D9976D83-3968-C2C8-9872-48B075AD23E8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1236513" y="0"/>
            <a:ext cx="10608072" cy="6858000"/>
          </a:xfrm>
          <a:custGeom xmlns:a="http://schemas.openxmlformats.org/drawingml/2006/main">
            <a:gdLst>
              <a:gd name="connsiteX0" fmla="*/ 5739766 w 10608072"/>
              <a:gd name="connsiteY0" fmla="*/ 0 h 6858000"/>
              <a:gd name="connsiteX1" fmla="*/ 10291481 w 10608072"/>
              <a:gd name="connsiteY1" fmla="*/ 0 h 6858000"/>
              <a:gd name="connsiteX2" fmla="*/ 10346533 w 10608072"/>
              <a:gd name="connsiteY2" fmla="*/ 104423 h 6858000"/>
              <a:gd name="connsiteX3" fmla="*/ 10555818 w 10608072"/>
              <a:gd name="connsiteY3" fmla="*/ 1768015 h 6858000"/>
              <a:gd name="connsiteX4" fmla="*/ 10009503 w 10608072"/>
              <a:gd name="connsiteY4" fmla="*/ 2905761 h 6858000"/>
              <a:gd name="connsiteX5" fmla="*/ 8651513 w 10608072"/>
              <a:gd name="connsiteY5" fmla="*/ 3758348 h 6858000"/>
              <a:gd name="connsiteX6" fmla="*/ 7758374 w 10608072"/>
              <a:gd name="connsiteY6" fmla="*/ 4785328 h 6858000"/>
              <a:gd name="connsiteX7" fmla="*/ 6913672 w 10608072"/>
              <a:gd name="connsiteY7" fmla="*/ 6832007 h 6858000"/>
              <a:gd name="connsiteX8" fmla="*/ 6890688 w 10608072"/>
              <a:gd name="connsiteY8" fmla="*/ 6858000 h 6858000"/>
              <a:gd name="connsiteX9" fmla="*/ 887549 w 10608072"/>
              <a:gd name="connsiteY9" fmla="*/ 6858000 h 6858000"/>
              <a:gd name="connsiteX10" fmla="*/ 796109 w 10608072"/>
              <a:gd name="connsiteY10" fmla="*/ 6744435 h 6858000"/>
              <a:gd name="connsiteX11" fmla="*/ 1087666 w 10608072"/>
              <a:gd name="connsiteY11" fmla="*/ 1688094 h 6858000"/>
              <a:gd name="connsiteX12" fmla="*/ 4521545 w 10608072"/>
              <a:gd name="connsiteY12" fmla="*/ 547785 h 6858000"/>
              <a:gd name="connsiteX13" fmla="*/ 5657973 w 10608072"/>
              <a:gd name="connsiteY13" fmla="*/ 120890 h 6858000"/>
            </a:gdLst>
            <a:rect l="l" t="t" r="r" b="b"/>
            <a:pathLst>
              <a:path w="10608072" h="6858000">
                <a:moveTo>
                  <a:pt x="5739766" y="0"/>
                </a:moveTo>
                <a:lnTo>
                  <a:pt x="10291481" y="0"/>
                </a:lnTo>
                <a:lnTo>
                  <a:pt x="10346533" y="104423"/>
                </a:lnTo>
                <a:cubicBezTo>
                  <a:pt x="10596944" y="620590"/>
                  <a:pt x="10669429" y="1208413"/>
                  <a:pt x="10555818" y="1768015"/>
                </a:cubicBezTo>
                <a:cubicBezTo>
                  <a:pt x="10473192" y="2174997"/>
                  <a:pt x="10292134" y="2567054"/>
                  <a:pt x="10009503" y="2905761"/>
                </a:cubicBezTo>
                <a:cubicBezTo>
                  <a:pt x="9644829" y="3342836"/>
                  <a:pt x="9165678" y="3629687"/>
                  <a:pt x="8651513" y="3758348"/>
                </a:cubicBezTo>
                <a:cubicBezTo>
                  <a:pt x="8169146" y="3879109"/>
                  <a:pt x="7809090" y="4290613"/>
                  <a:pt x="7758374" y="4785328"/>
                </a:cubicBezTo>
                <a:cubicBezTo>
                  <a:pt x="7683564" y="5515371"/>
                  <a:pt x="7402678" y="6228921"/>
                  <a:pt x="6913672" y="6832007"/>
                </a:cubicBezTo>
                <a:lnTo>
                  <a:pt x="6890688" y="6858000"/>
                </a:lnTo>
                <a:lnTo>
                  <a:pt x="887549" y="6858000"/>
                </a:lnTo>
                <a:lnTo>
                  <a:pt x="796109" y="6744435"/>
                </a:lnTo>
                <a:cubicBezTo>
                  <a:pt x="-350856" y="5243973"/>
                  <a:pt x="-262623" y="3090330"/>
                  <a:pt x="1087666" y="1688094"/>
                </a:cubicBezTo>
                <a:cubicBezTo>
                  <a:pt x="2009234" y="731119"/>
                  <a:pt x="3302737" y="348118"/>
                  <a:pt x="4521545" y="547785"/>
                </a:cubicBezTo>
                <a:cubicBezTo>
                  <a:pt x="4955216" y="618742"/>
                  <a:pt x="5390200" y="455580"/>
                  <a:pt x="5657973" y="12089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>
                <a:noFill/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5" name="Espaço Reservado para Texto 3">
            <a:extLst xmlns:a="http://schemas.openxmlformats.org/drawingml/2006/main">
              <a:ext uri="{FF2B5EF4-FFF2-40B4-BE49-F238E27FC236}">
                <a16:creationId xmlns:a16="http://schemas.microsoft.com/office/drawing/2014/main" id="{B2CE5E8E-6302-51DE-B3BA-78AA099BE529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3358244" y="2082283"/>
            <a:ext cx="5475511" cy="7848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spAutoFit/>
          </a:bodyPr>
          <a:lstStyle xmlns:a="http://schemas.openxmlformats.org/drawingml/2006/main">
            <a:lvl1pPr algn="ctr">
              <a:lnSpc>
                <a:spcPct val="85000"/>
              </a:lnSpc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Título da capa</a:t>
            </a:r>
          </a:p>
        </p:txBody>
      </p:sp>
      <p:sp>
        <p:nvSpPr>
          <p:cNvPr id="7" name="Espaço Reservado para Texto 3">
            <a:extLst xmlns:a="http://schemas.openxmlformats.org/drawingml/2006/main">
              <a:ext uri="{FF2B5EF4-FFF2-40B4-BE49-F238E27FC236}">
                <a16:creationId xmlns:a16="http://schemas.microsoft.com/office/drawing/2014/main" id="{B86D28F6-0A8C-3C4F-C1FB-D33AE751F369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066736" y="3045697"/>
            <a:ext cx="4058526" cy="470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ctr">
              <a:lnSpc>
                <a:spcPct val="85000"/>
              </a:lnSpc>
              <a:buNone/>
              <a:defRPr sz="3600" b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Subtítulo da capa</a:t>
            </a:r>
          </a:p>
        </p:txBody>
      </p:sp>
      <p:sp>
        <p:nvSpPr>
          <p:cNvPr id="8" name="Espaço Reservado para Texto 3">
            <a:extLst xmlns:a="http://schemas.openxmlformats.org/drawingml/2006/main">
              <a:ext uri="{FF2B5EF4-FFF2-40B4-BE49-F238E27FC236}">
                <a16:creationId xmlns:a16="http://schemas.microsoft.com/office/drawing/2014/main" id="{F6F15C86-0AF4-3E51-A768-7D740052C436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379533" y="6069860"/>
            <a:ext cx="3432932" cy="1796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 algn="ctr">
              <a:lnSpc>
                <a:spcPct val="85000"/>
              </a:lnSpc>
              <a:buNone/>
              <a:defRPr sz="133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Data</a:t>
            </a:r>
          </a:p>
        </p:txBody>
      </p:sp>
      <p:sp>
        <p:nvSpPr>
          <p:cNvPr id="49" name="Text Placeholder 48">
            <a:extLst xmlns:a="http://schemas.openxmlformats.org/drawingml/2006/main">
              <a:ext uri="{FF2B5EF4-FFF2-40B4-BE49-F238E27FC236}">
                <a16:creationId xmlns:a16="http://schemas.microsoft.com/office/drawing/2014/main" id="{BBCA894D-00E9-F367-DC73-57E32FDBD75C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5244913" y="5221365"/>
            <a:ext cx="1689556" cy="461724"/>
          </a:xfrm>
          <a:custGeom xmlns:a="http://schemas.openxmlformats.org/drawingml/2006/main">
            <a:gdLst>
              <a:gd name="connsiteX0" fmla="*/ 1528982 w 1689556"/>
              <a:gd name="connsiteY0" fmla="*/ 53725 h 461724"/>
              <a:gd name="connsiteX1" fmla="*/ 1424014 w 1689556"/>
              <a:gd name="connsiteY1" fmla="*/ 160574 h 461724"/>
              <a:gd name="connsiteX2" fmla="*/ 1528982 w 1689556"/>
              <a:gd name="connsiteY2" fmla="*/ 266803 h 461724"/>
              <a:gd name="connsiteX3" fmla="*/ 1634568 w 1689556"/>
              <a:gd name="connsiteY3" fmla="*/ 160574 h 461724"/>
              <a:gd name="connsiteX4" fmla="*/ 1528982 w 1689556"/>
              <a:gd name="connsiteY4" fmla="*/ 53725 h 461724"/>
              <a:gd name="connsiteX5" fmla="*/ 838545 w 1689556"/>
              <a:gd name="connsiteY5" fmla="*/ 53725 h 461724"/>
              <a:gd name="connsiteX6" fmla="*/ 733577 w 1689556"/>
              <a:gd name="connsiteY6" fmla="*/ 160574 h 461724"/>
              <a:gd name="connsiteX7" fmla="*/ 838545 w 1689556"/>
              <a:gd name="connsiteY7" fmla="*/ 266803 h 461724"/>
              <a:gd name="connsiteX8" fmla="*/ 944132 w 1689556"/>
              <a:gd name="connsiteY8" fmla="*/ 160574 h 461724"/>
              <a:gd name="connsiteX9" fmla="*/ 838545 w 1689556"/>
              <a:gd name="connsiteY9" fmla="*/ 53725 h 461724"/>
              <a:gd name="connsiteX10" fmla="*/ 1524593 w 1689556"/>
              <a:gd name="connsiteY10" fmla="*/ 0 h 461724"/>
              <a:gd name="connsiteX11" fmla="*/ 1634568 w 1689556"/>
              <a:gd name="connsiteY11" fmla="*/ 48135 h 461724"/>
              <a:gd name="connsiteX12" fmla="*/ 1634568 w 1689556"/>
              <a:gd name="connsiteY12" fmla="*/ 6252 h 461724"/>
              <a:gd name="connsiteX13" fmla="*/ 1689556 w 1689556"/>
              <a:gd name="connsiteY13" fmla="*/ 6252 h 461724"/>
              <a:gd name="connsiteX14" fmla="*/ 1689556 w 1689556"/>
              <a:gd name="connsiteY14" fmla="*/ 313655 h 461724"/>
              <a:gd name="connsiteX15" fmla="*/ 1634568 w 1689556"/>
              <a:gd name="connsiteY15" fmla="*/ 313655 h 461724"/>
              <a:gd name="connsiteX16" fmla="*/ 1634568 w 1689556"/>
              <a:gd name="connsiteY16" fmla="*/ 272394 h 461724"/>
              <a:gd name="connsiteX17" fmla="*/ 1524593 w 1689556"/>
              <a:gd name="connsiteY17" fmla="*/ 320527 h 461724"/>
              <a:gd name="connsiteX18" fmla="*/ 1369007 w 1689556"/>
              <a:gd name="connsiteY18" fmla="*/ 160574 h 461724"/>
              <a:gd name="connsiteX19" fmla="*/ 1524593 w 1689556"/>
              <a:gd name="connsiteY19" fmla="*/ 0 h 461724"/>
              <a:gd name="connsiteX20" fmla="*/ 1184683 w 1689556"/>
              <a:gd name="connsiteY20" fmla="*/ 0 h 461724"/>
              <a:gd name="connsiteX21" fmla="*/ 1184704 w 1689556"/>
              <a:gd name="connsiteY21" fmla="*/ 41 h 461724"/>
              <a:gd name="connsiteX22" fmla="*/ 1342153 w 1689556"/>
              <a:gd name="connsiteY22" fmla="*/ 160615 h 461724"/>
              <a:gd name="connsiteX23" fmla="*/ 1340269 w 1689556"/>
              <a:gd name="connsiteY23" fmla="*/ 188109 h 461724"/>
              <a:gd name="connsiteX24" fmla="*/ 1126569 w 1689556"/>
              <a:gd name="connsiteY24" fmla="*/ 188109 h 461724"/>
              <a:gd name="connsiteX25" fmla="*/ 1126569 w 1689556"/>
              <a:gd name="connsiteY25" fmla="*/ 132500 h 461724"/>
              <a:gd name="connsiteX26" fmla="*/ 1285642 w 1689556"/>
              <a:gd name="connsiteY26" fmla="*/ 132500 h 461724"/>
              <a:gd name="connsiteX27" fmla="*/ 1184683 w 1689556"/>
              <a:gd name="connsiteY27" fmla="*/ 53766 h 461724"/>
              <a:gd name="connsiteX28" fmla="*/ 1079096 w 1689556"/>
              <a:gd name="connsiteY28" fmla="*/ 161236 h 461724"/>
              <a:gd name="connsiteX29" fmla="*/ 1184683 w 1689556"/>
              <a:gd name="connsiteY29" fmla="*/ 266823 h 461724"/>
              <a:gd name="connsiteX30" fmla="*/ 1265904 w 1689556"/>
              <a:gd name="connsiteY30" fmla="*/ 226203 h 461724"/>
              <a:gd name="connsiteX31" fmla="*/ 1330890 w 1689556"/>
              <a:gd name="connsiteY31" fmla="*/ 226203 h 461724"/>
              <a:gd name="connsiteX32" fmla="*/ 1184062 w 1689556"/>
              <a:gd name="connsiteY32" fmla="*/ 320549 h 461724"/>
              <a:gd name="connsiteX33" fmla="*/ 1024108 w 1689556"/>
              <a:gd name="connsiteY33" fmla="*/ 161217 h 461724"/>
              <a:gd name="connsiteX34" fmla="*/ 1184683 w 1689556"/>
              <a:gd name="connsiteY34" fmla="*/ 0 h 461724"/>
              <a:gd name="connsiteX35" fmla="*/ 840408 w 1689556"/>
              <a:gd name="connsiteY35" fmla="*/ 0 h 461724"/>
              <a:gd name="connsiteX36" fmla="*/ 898514 w 1689556"/>
              <a:gd name="connsiteY36" fmla="*/ 11688 h 461724"/>
              <a:gd name="connsiteX37" fmla="*/ 944110 w 1689556"/>
              <a:gd name="connsiteY37" fmla="*/ 46355 h 461724"/>
              <a:gd name="connsiteX38" fmla="*/ 944110 w 1689556"/>
              <a:gd name="connsiteY38" fmla="*/ 46371 h 461724"/>
              <a:gd name="connsiteX39" fmla="*/ 944132 w 1689556"/>
              <a:gd name="connsiteY39" fmla="*/ 46371 h 461724"/>
              <a:gd name="connsiteX40" fmla="*/ 944110 w 1689556"/>
              <a:gd name="connsiteY40" fmla="*/ 46355 h 461724"/>
              <a:gd name="connsiteX41" fmla="*/ 944110 w 1689556"/>
              <a:gd name="connsiteY41" fmla="*/ 6252 h 461724"/>
              <a:gd name="connsiteX42" fmla="*/ 999098 w 1689556"/>
              <a:gd name="connsiteY42" fmla="*/ 6252 h 461724"/>
              <a:gd name="connsiteX43" fmla="*/ 999098 w 1689556"/>
              <a:gd name="connsiteY43" fmla="*/ 293014 h 461724"/>
              <a:gd name="connsiteX44" fmla="*/ 844756 w 1689556"/>
              <a:gd name="connsiteY44" fmla="*/ 461724 h 461724"/>
              <a:gd name="connsiteX45" fmla="*/ 700414 w 1689556"/>
              <a:gd name="connsiteY45" fmla="*/ 363633 h 461724"/>
              <a:gd name="connsiteX46" fmla="*/ 766644 w 1689556"/>
              <a:gd name="connsiteY46" fmla="*/ 363633 h 461724"/>
              <a:gd name="connsiteX47" fmla="*/ 844756 w 1689556"/>
              <a:gd name="connsiteY47" fmla="*/ 408000 h 461724"/>
              <a:gd name="connsiteX48" fmla="*/ 944110 w 1689556"/>
              <a:gd name="connsiteY48" fmla="*/ 293034 h 461724"/>
              <a:gd name="connsiteX49" fmla="*/ 944110 w 1689556"/>
              <a:gd name="connsiteY49" fmla="*/ 274217 h 461724"/>
              <a:gd name="connsiteX50" fmla="*/ 838524 w 1689556"/>
              <a:gd name="connsiteY50" fmla="*/ 320528 h 461724"/>
              <a:gd name="connsiteX51" fmla="*/ 678570 w 1689556"/>
              <a:gd name="connsiteY51" fmla="*/ 160574 h 461724"/>
              <a:gd name="connsiteX52" fmla="*/ 840408 w 1689556"/>
              <a:gd name="connsiteY52" fmla="*/ 0 h 461724"/>
              <a:gd name="connsiteX53" fmla="*/ 158091 w 1689556"/>
              <a:gd name="connsiteY53" fmla="*/ 0 h 461724"/>
              <a:gd name="connsiteX54" fmla="*/ 259309 w 1689556"/>
              <a:gd name="connsiteY54" fmla="*/ 39819 h 461724"/>
              <a:gd name="connsiteX55" fmla="*/ 259309 w 1689556"/>
              <a:gd name="connsiteY55" fmla="*/ 6252 h 461724"/>
              <a:gd name="connsiteX56" fmla="*/ 314296 w 1689556"/>
              <a:gd name="connsiteY56" fmla="*/ 6252 h 461724"/>
              <a:gd name="connsiteX57" fmla="*/ 314296 w 1689556"/>
              <a:gd name="connsiteY57" fmla="*/ 114966 h 461724"/>
              <a:gd name="connsiteX58" fmla="*/ 497997 w 1689556"/>
              <a:gd name="connsiteY58" fmla="*/ 0 h 461724"/>
              <a:gd name="connsiteX59" fmla="*/ 497978 w 1689556"/>
              <a:gd name="connsiteY59" fmla="*/ 20 h 461724"/>
              <a:gd name="connsiteX60" fmla="*/ 652320 w 1689556"/>
              <a:gd name="connsiteY60" fmla="*/ 160595 h 461724"/>
              <a:gd name="connsiteX61" fmla="*/ 650436 w 1689556"/>
              <a:gd name="connsiteY61" fmla="*/ 188089 h 461724"/>
              <a:gd name="connsiteX62" fmla="*/ 412991 w 1689556"/>
              <a:gd name="connsiteY62" fmla="*/ 188089 h 461724"/>
              <a:gd name="connsiteX63" fmla="*/ 412991 w 1689556"/>
              <a:gd name="connsiteY63" fmla="*/ 132479 h 461724"/>
              <a:gd name="connsiteX64" fmla="*/ 596071 w 1689556"/>
              <a:gd name="connsiteY64" fmla="*/ 132479 h 461724"/>
              <a:gd name="connsiteX65" fmla="*/ 497978 w 1689556"/>
              <a:gd name="connsiteY65" fmla="*/ 53746 h 461724"/>
              <a:gd name="connsiteX66" fmla="*/ 357522 w 1689556"/>
              <a:gd name="connsiteY66" fmla="*/ 151758 h 461724"/>
              <a:gd name="connsiteX67" fmla="*/ 501104 w 1689556"/>
              <a:gd name="connsiteY67" fmla="*/ 266803 h 461724"/>
              <a:gd name="connsiteX68" fmla="*/ 576092 w 1689556"/>
              <a:gd name="connsiteY68" fmla="*/ 226183 h 461724"/>
              <a:gd name="connsiteX69" fmla="*/ 641078 w 1689556"/>
              <a:gd name="connsiteY69" fmla="*/ 226183 h 461724"/>
              <a:gd name="connsiteX70" fmla="*/ 499862 w 1689556"/>
              <a:gd name="connsiteY70" fmla="*/ 320527 h 461724"/>
              <a:gd name="connsiteX71" fmla="*/ 311791 w 1689556"/>
              <a:gd name="connsiteY71" fmla="*/ 183058 h 461724"/>
              <a:gd name="connsiteX72" fmla="*/ 158091 w 1689556"/>
              <a:gd name="connsiteY72" fmla="*/ 53725 h 461724"/>
              <a:gd name="connsiteX73" fmla="*/ 54988 w 1689556"/>
              <a:gd name="connsiteY73" fmla="*/ 160574 h 461724"/>
              <a:gd name="connsiteX74" fmla="*/ 154964 w 1689556"/>
              <a:gd name="connsiteY74" fmla="*/ 266803 h 461724"/>
              <a:gd name="connsiteX75" fmla="*/ 266804 w 1689556"/>
              <a:gd name="connsiteY75" fmla="*/ 187447 h 461724"/>
              <a:gd name="connsiteX76" fmla="*/ 314296 w 1689556"/>
              <a:gd name="connsiteY76" fmla="*/ 248046 h 461724"/>
              <a:gd name="connsiteX77" fmla="*/ 314296 w 1689556"/>
              <a:gd name="connsiteY77" fmla="*/ 313655 h 461724"/>
              <a:gd name="connsiteX78" fmla="*/ 259309 w 1689556"/>
              <a:gd name="connsiteY78" fmla="*/ 313655 h 461724"/>
              <a:gd name="connsiteX79" fmla="*/ 259309 w 1689556"/>
              <a:gd name="connsiteY79" fmla="*/ 271812 h 461724"/>
              <a:gd name="connsiteX80" fmla="*/ 151838 w 1689556"/>
              <a:gd name="connsiteY80" fmla="*/ 320527 h 461724"/>
              <a:gd name="connsiteX81" fmla="*/ 0 w 1689556"/>
              <a:gd name="connsiteY81" fmla="*/ 160574 h 461724"/>
              <a:gd name="connsiteX82" fmla="*/ 158091 w 1689556"/>
              <a:gd name="connsiteY82" fmla="*/ 0 h 461724"/>
            </a:gdLst>
            <a:rect l="l" t="t" r="r" b="b"/>
            <a:pathLst>
              <a:path w="1689556" h="461724">
                <a:moveTo>
                  <a:pt x="1528982" y="53725"/>
                </a:moveTo>
                <a:cubicBezTo>
                  <a:pt x="1469004" y="53725"/>
                  <a:pt x="1424014" y="100577"/>
                  <a:pt x="1424014" y="160574"/>
                </a:cubicBezTo>
                <a:cubicBezTo>
                  <a:pt x="1424014" y="220572"/>
                  <a:pt x="1469004" y="266803"/>
                  <a:pt x="1528982" y="266803"/>
                </a:cubicBezTo>
                <a:cubicBezTo>
                  <a:pt x="1588958" y="266803"/>
                  <a:pt x="1634568" y="220552"/>
                  <a:pt x="1634568" y="160574"/>
                </a:cubicBezTo>
                <a:cubicBezTo>
                  <a:pt x="1634568" y="100598"/>
                  <a:pt x="1588958" y="53725"/>
                  <a:pt x="1528982" y="53725"/>
                </a:cubicBezTo>
                <a:close/>
                <a:moveTo>
                  <a:pt x="838545" y="53725"/>
                </a:moveTo>
                <a:cubicBezTo>
                  <a:pt x="778567" y="53725"/>
                  <a:pt x="733577" y="100577"/>
                  <a:pt x="733577" y="160574"/>
                </a:cubicBezTo>
                <a:cubicBezTo>
                  <a:pt x="733577" y="220572"/>
                  <a:pt x="778567" y="266803"/>
                  <a:pt x="838545" y="266803"/>
                </a:cubicBezTo>
                <a:cubicBezTo>
                  <a:pt x="898521" y="266803"/>
                  <a:pt x="944132" y="220552"/>
                  <a:pt x="944132" y="160574"/>
                </a:cubicBezTo>
                <a:cubicBezTo>
                  <a:pt x="944132" y="100598"/>
                  <a:pt x="898521" y="53725"/>
                  <a:pt x="838545" y="53725"/>
                </a:cubicBezTo>
                <a:close/>
                <a:moveTo>
                  <a:pt x="1524593" y="0"/>
                </a:moveTo>
                <a:cubicBezTo>
                  <a:pt x="1567978" y="0"/>
                  <a:pt x="1609940" y="18377"/>
                  <a:pt x="1634568" y="48135"/>
                </a:cubicBezTo>
                <a:lnTo>
                  <a:pt x="1634568" y="6252"/>
                </a:lnTo>
                <a:lnTo>
                  <a:pt x="1689556" y="6252"/>
                </a:lnTo>
                <a:lnTo>
                  <a:pt x="1689556" y="313655"/>
                </a:lnTo>
                <a:lnTo>
                  <a:pt x="1634568" y="313655"/>
                </a:lnTo>
                <a:lnTo>
                  <a:pt x="1634568" y="272394"/>
                </a:lnTo>
                <a:cubicBezTo>
                  <a:pt x="1609940" y="302172"/>
                  <a:pt x="1567978" y="320527"/>
                  <a:pt x="1524593" y="320527"/>
                </a:cubicBezTo>
                <a:cubicBezTo>
                  <a:pt x="1440247" y="320527"/>
                  <a:pt x="1369007" y="251793"/>
                  <a:pt x="1369007" y="160574"/>
                </a:cubicBezTo>
                <a:cubicBezTo>
                  <a:pt x="1369007" y="69356"/>
                  <a:pt x="1439606" y="0"/>
                  <a:pt x="1524593" y="0"/>
                </a:cubicBezTo>
                <a:close/>
                <a:moveTo>
                  <a:pt x="1184683" y="0"/>
                </a:moveTo>
                <a:lnTo>
                  <a:pt x="1184704" y="41"/>
                </a:lnTo>
                <a:cubicBezTo>
                  <a:pt x="1274039" y="41"/>
                  <a:pt x="1342153" y="69397"/>
                  <a:pt x="1342153" y="160615"/>
                </a:cubicBezTo>
                <a:cubicBezTo>
                  <a:pt x="1342153" y="171236"/>
                  <a:pt x="1341511" y="179993"/>
                  <a:pt x="1340269" y="188109"/>
                </a:cubicBezTo>
                <a:lnTo>
                  <a:pt x="1126569" y="188109"/>
                </a:lnTo>
                <a:lnTo>
                  <a:pt x="1126569" y="132500"/>
                </a:lnTo>
                <a:lnTo>
                  <a:pt x="1285642" y="132500"/>
                </a:lnTo>
                <a:cubicBezTo>
                  <a:pt x="1276082" y="87071"/>
                  <a:pt x="1235383" y="53766"/>
                  <a:pt x="1184683" y="53766"/>
                </a:cubicBezTo>
                <a:cubicBezTo>
                  <a:pt x="1124084" y="53766"/>
                  <a:pt x="1079096" y="100016"/>
                  <a:pt x="1079096" y="161236"/>
                </a:cubicBezTo>
                <a:cubicBezTo>
                  <a:pt x="1079096" y="222456"/>
                  <a:pt x="1122202" y="266823"/>
                  <a:pt x="1184683" y="266823"/>
                </a:cubicBezTo>
                <a:cubicBezTo>
                  <a:pt x="1223419" y="266823"/>
                  <a:pt x="1254662" y="249950"/>
                  <a:pt x="1265904" y="226203"/>
                </a:cubicBezTo>
                <a:lnTo>
                  <a:pt x="1330890" y="226203"/>
                </a:lnTo>
                <a:cubicBezTo>
                  <a:pt x="1309649" y="284318"/>
                  <a:pt x="1252176" y="320549"/>
                  <a:pt x="1184062" y="320549"/>
                </a:cubicBezTo>
                <a:cubicBezTo>
                  <a:pt x="1090338" y="320549"/>
                  <a:pt x="1024108" y="252455"/>
                  <a:pt x="1024108" y="161217"/>
                </a:cubicBezTo>
                <a:cubicBezTo>
                  <a:pt x="1024108" y="69977"/>
                  <a:pt x="1095329" y="0"/>
                  <a:pt x="1184683" y="0"/>
                </a:cubicBezTo>
                <a:close/>
                <a:moveTo>
                  <a:pt x="840408" y="0"/>
                </a:moveTo>
                <a:cubicBezTo>
                  <a:pt x="861248" y="0"/>
                  <a:pt x="880922" y="3927"/>
                  <a:pt x="898514" y="11688"/>
                </a:cubicBezTo>
                <a:lnTo>
                  <a:pt x="944110" y="46355"/>
                </a:lnTo>
                <a:lnTo>
                  <a:pt x="944110" y="46371"/>
                </a:lnTo>
                <a:lnTo>
                  <a:pt x="944132" y="46371"/>
                </a:lnTo>
                <a:lnTo>
                  <a:pt x="944110" y="46355"/>
                </a:lnTo>
                <a:lnTo>
                  <a:pt x="944110" y="6252"/>
                </a:lnTo>
                <a:lnTo>
                  <a:pt x="999098" y="6252"/>
                </a:lnTo>
                <a:lnTo>
                  <a:pt x="999098" y="293014"/>
                </a:lnTo>
                <a:cubicBezTo>
                  <a:pt x="999098" y="397359"/>
                  <a:pt x="937859" y="461724"/>
                  <a:pt x="844756" y="461724"/>
                </a:cubicBezTo>
                <a:cubicBezTo>
                  <a:pt x="774137" y="461724"/>
                  <a:pt x="721654" y="424872"/>
                  <a:pt x="700414" y="363633"/>
                </a:cubicBezTo>
                <a:lnTo>
                  <a:pt x="766644" y="363633"/>
                </a:lnTo>
                <a:cubicBezTo>
                  <a:pt x="780391" y="390506"/>
                  <a:pt x="807262" y="408000"/>
                  <a:pt x="844756" y="408000"/>
                </a:cubicBezTo>
                <a:cubicBezTo>
                  <a:pt x="904113" y="408000"/>
                  <a:pt x="944110" y="364273"/>
                  <a:pt x="944110" y="293034"/>
                </a:cubicBezTo>
                <a:lnTo>
                  <a:pt x="944110" y="274217"/>
                </a:lnTo>
                <a:cubicBezTo>
                  <a:pt x="919182" y="304838"/>
                  <a:pt x="882250" y="320528"/>
                  <a:pt x="838524" y="320528"/>
                </a:cubicBezTo>
                <a:cubicBezTo>
                  <a:pt x="750431" y="320528"/>
                  <a:pt x="678570" y="249288"/>
                  <a:pt x="678570" y="160574"/>
                </a:cubicBezTo>
                <a:cubicBezTo>
                  <a:pt x="678570" y="71861"/>
                  <a:pt x="750431" y="0"/>
                  <a:pt x="840408" y="0"/>
                </a:cubicBezTo>
                <a:close/>
                <a:moveTo>
                  <a:pt x="158091" y="0"/>
                </a:moveTo>
                <a:cubicBezTo>
                  <a:pt x="194402" y="0"/>
                  <a:pt x="229391" y="11524"/>
                  <a:pt x="259309" y="39819"/>
                </a:cubicBezTo>
                <a:lnTo>
                  <a:pt x="259309" y="6252"/>
                </a:lnTo>
                <a:lnTo>
                  <a:pt x="314296" y="6252"/>
                </a:lnTo>
                <a:lnTo>
                  <a:pt x="314296" y="114966"/>
                </a:lnTo>
                <a:cubicBezTo>
                  <a:pt x="368023" y="38736"/>
                  <a:pt x="429883" y="0"/>
                  <a:pt x="497997" y="0"/>
                </a:cubicBezTo>
                <a:lnTo>
                  <a:pt x="497978" y="20"/>
                </a:lnTo>
                <a:cubicBezTo>
                  <a:pt x="588595" y="20"/>
                  <a:pt x="652320" y="69377"/>
                  <a:pt x="652320" y="160595"/>
                </a:cubicBezTo>
                <a:cubicBezTo>
                  <a:pt x="652320" y="171215"/>
                  <a:pt x="651680" y="179973"/>
                  <a:pt x="650436" y="188089"/>
                </a:cubicBezTo>
                <a:lnTo>
                  <a:pt x="412991" y="188089"/>
                </a:lnTo>
                <a:lnTo>
                  <a:pt x="412991" y="132479"/>
                </a:lnTo>
                <a:lnTo>
                  <a:pt x="596071" y="132479"/>
                </a:lnTo>
                <a:cubicBezTo>
                  <a:pt x="587334" y="87491"/>
                  <a:pt x="549459" y="53746"/>
                  <a:pt x="497978" y="53746"/>
                </a:cubicBezTo>
                <a:cubicBezTo>
                  <a:pt x="446496" y="53746"/>
                  <a:pt x="400146" y="87032"/>
                  <a:pt x="357522" y="151758"/>
                </a:cubicBezTo>
                <a:cubicBezTo>
                  <a:pt x="411548" y="235201"/>
                  <a:pt x="452187" y="266803"/>
                  <a:pt x="501104" y="266803"/>
                </a:cubicBezTo>
                <a:cubicBezTo>
                  <a:pt x="535472" y="266803"/>
                  <a:pt x="564850" y="249930"/>
                  <a:pt x="576092" y="226183"/>
                </a:cubicBezTo>
                <a:lnTo>
                  <a:pt x="641078" y="226183"/>
                </a:lnTo>
                <a:cubicBezTo>
                  <a:pt x="619838" y="284296"/>
                  <a:pt x="562345" y="320527"/>
                  <a:pt x="499862" y="320527"/>
                </a:cubicBezTo>
                <a:cubicBezTo>
                  <a:pt x="428021" y="320527"/>
                  <a:pt x="376780" y="272414"/>
                  <a:pt x="311791" y="183058"/>
                </a:cubicBezTo>
                <a:cubicBezTo>
                  <a:pt x="262436" y="114966"/>
                  <a:pt x="224321" y="53725"/>
                  <a:pt x="158091" y="53725"/>
                </a:cubicBezTo>
                <a:cubicBezTo>
                  <a:pt x="99976" y="53725"/>
                  <a:pt x="54988" y="100577"/>
                  <a:pt x="54988" y="160574"/>
                </a:cubicBezTo>
                <a:cubicBezTo>
                  <a:pt x="54988" y="220572"/>
                  <a:pt x="99976" y="266803"/>
                  <a:pt x="154964" y="266803"/>
                </a:cubicBezTo>
                <a:cubicBezTo>
                  <a:pt x="196827" y="266803"/>
                  <a:pt x="233679" y="239309"/>
                  <a:pt x="266804" y="187447"/>
                </a:cubicBezTo>
                <a:lnTo>
                  <a:pt x="314296" y="248046"/>
                </a:lnTo>
                <a:lnTo>
                  <a:pt x="314296" y="313655"/>
                </a:lnTo>
                <a:lnTo>
                  <a:pt x="259309" y="313655"/>
                </a:lnTo>
                <a:lnTo>
                  <a:pt x="259309" y="271812"/>
                </a:lnTo>
                <a:cubicBezTo>
                  <a:pt x="228970" y="304035"/>
                  <a:pt x="193521" y="320527"/>
                  <a:pt x="151838" y="320527"/>
                </a:cubicBezTo>
                <a:cubicBezTo>
                  <a:pt x="66230" y="320527"/>
                  <a:pt x="0" y="251793"/>
                  <a:pt x="0" y="160574"/>
                </a:cubicBezTo>
                <a:cubicBezTo>
                  <a:pt x="0" y="69356"/>
                  <a:pt x="68735" y="0"/>
                  <a:pt x="158091" y="0"/>
                </a:cubicBezTo>
                <a:close/>
              </a:path>
            </a:pathLst>
          </a:custGeom>
          <a:solidFill xmlns:a="http://schemas.openxmlformats.org/drawingml/2006/main">
            <a:srgbClr val="0027BD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>
                <a:solidFill>
                  <a:srgbClr val="000000">
                    <a:alpha val="0"/>
                  </a:srgbClr>
                </a:solidFill>
              </a:defRPr>
            </a:lvl1pPr>
            <a:lvl2pPr>
              <a:buNone/>
              <a:defRPr>
                <a:solidFill>
                  <a:srgbClr val="000000">
                    <a:alpha val="0"/>
                  </a:srgbClr>
                </a:solidFill>
              </a:defRPr>
            </a:lvl2pPr>
            <a:lvl3pPr>
              <a:buNone/>
              <a:defRPr>
                <a:solidFill>
                  <a:srgbClr val="000000">
                    <a:alpha val="0"/>
                  </a:srgbClr>
                </a:solidFill>
              </a:defRPr>
            </a:lvl3pPr>
            <a:lvl4pPr>
              <a:buNone/>
              <a:defRPr>
                <a:solidFill>
                  <a:srgbClr val="000000">
                    <a:alpha val="0"/>
                  </a:srgbClr>
                </a:solidFill>
              </a:defRPr>
            </a:lvl4pPr>
            <a:lvl5pPr>
              <a:buNone/>
              <a:defRPr>
                <a:solidFill>
                  <a:srgbClr val="000000">
                    <a:alpha val="0"/>
                  </a:srgb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matchingName="Título e conteúdo">
  <p:cSld name="1_Título e conteúdo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37468bb33d4288" /><Relationship Type="http://schemas.openxmlformats.org/officeDocument/2006/relationships/slideLayout" Target="/ppt/slideLayouts/slideLayout1.xml" Id="R16cfa003a7c44fb8" /><Relationship Type="http://schemas.openxmlformats.org/officeDocument/2006/relationships/slideLayout" Target="/ppt/slideLayouts/slideLayout2.xml" Id="R91f1e53d54a0449b" /><Relationship Type="http://schemas.openxmlformats.org/officeDocument/2006/relationships/slideLayout" Target="/ppt/slideLayouts/slideLayout3.xml" Id="Re9280aa664ef4400" /><Relationship Type="http://schemas.openxmlformats.org/officeDocument/2006/relationships/slideLayout" Target="/ppt/slideLayouts/slideLayout4.xml" Id="Rd47c82690ed641ca" /><Relationship Type="http://schemas.openxmlformats.org/officeDocument/2006/relationships/slideLayout" Target="/ppt/slideLayouts/slideLayout5.xml" Id="Rf2e5fc27c6cc4271" /><Relationship Type="http://schemas.openxmlformats.org/officeDocument/2006/relationships/slideLayout" Target="/ppt/slideLayouts/slideLayout6.xml" Id="Rb3c49fa5cebb44d0" /><Relationship Type="http://schemas.openxmlformats.org/officeDocument/2006/relationships/slideLayout" Target="/ppt/slideLayouts/slideLayout7.xml" Id="Rb26633ff432e4b03" /><Relationship Type="http://schemas.openxmlformats.org/officeDocument/2006/relationships/slideLayout" Target="/ppt/slideLayouts/slideLayout8.xml" Id="R1dbda523ec8d4963" /><Relationship Type="http://schemas.openxmlformats.org/officeDocument/2006/relationships/slideLayout" Target="/ppt/slideLayouts/slideLayout9.xml" Id="R066d5f51dc64419d" /><Relationship Type="http://schemas.openxmlformats.org/officeDocument/2006/relationships/slideLayout" Target="/ppt/slideLayouts/slideLayout10.xml" Id="R6e60c0b8e0d444a8" /><Relationship Type="http://schemas.openxmlformats.org/officeDocument/2006/relationships/slideLayout" Target="/ppt/slideLayouts/slideLayout11.xml" Id="Rc2e745dda9d84776" /><Relationship Type="http://schemas.openxmlformats.org/officeDocument/2006/relationships/slideLayout" Target="/ppt/slideLayouts/slideLayout12.xml" Id="Rb3cf6814158d4fcb" /><Relationship Type="http://schemas.openxmlformats.org/officeDocument/2006/relationships/slideLayout" Target="/ppt/slideLayouts/slideLayout13.xml" Id="R32a1cdf4f69c43e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ço Reservado para Título 1">
            <a:extLst xmlns:a="http://schemas.openxmlformats.org/drawingml/2006/main">
              <a:ext uri="{FF2B5EF4-FFF2-40B4-BE49-F238E27FC236}">
                <a16:creationId xmlns:a16="http://schemas.microsoft.com/office/drawing/2014/main" id="{802938AA-D0C0-2648-3DB1-F715B413F4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Clique para editar o título Mestre</a:t>
            </a:r>
          </a:p>
        </p:txBody>
      </p:sp>
      <p:sp>
        <p:nvSpPr>
          <p:cNvPr id="3" name="Espaço Reservado para Texto 2">
            <a:extLst xmlns:a="http://schemas.openxmlformats.org/drawingml/2006/main">
              <a:ext uri="{FF2B5EF4-FFF2-40B4-BE49-F238E27FC236}">
                <a16:creationId xmlns:a16="http://schemas.microsoft.com/office/drawing/2014/main" id="{02F192B5-ACC0-488F-3954-C7307DD96C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 para editar os estilos de texto Mestres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Data 3">
            <a:extLst xmlns:a="http://schemas.openxmlformats.org/drawingml/2006/main">
              <a:ext uri="{FF2B5EF4-FFF2-40B4-BE49-F238E27FC236}">
                <a16:creationId xmlns:a16="http://schemas.microsoft.com/office/drawing/2014/main" id="{BEAE5455-56E9-F58C-65CC-50C4CF971C8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EF6E0F28-42CD-4558-B4F7-BBAFD4F20C29}" type="datetimeFigureOut">
              <a:t>05/10/2026</a:t>
            </a:fld>
            <a:endParaRPr/>
          </a:p>
        </p:txBody>
      </p:sp>
      <p:sp>
        <p:nvSpPr>
          <p:cNvPr id="5" name="Espaço Reservado para Rodapé 4">
            <a:extLst xmlns:a="http://schemas.openxmlformats.org/drawingml/2006/main">
              <a:ext uri="{FF2B5EF4-FFF2-40B4-BE49-F238E27FC236}">
                <a16:creationId xmlns:a16="http://schemas.microsoft.com/office/drawing/2014/main" id="{7B4A32B9-8C39-A169-FD3A-1B20D0874C5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Espaço Reservado para Número de Slide 5">
            <a:extLst xmlns:a="http://schemas.openxmlformats.org/drawingml/2006/main">
              <a:ext uri="{FF2B5EF4-FFF2-40B4-BE49-F238E27FC236}">
                <a16:creationId xmlns:a16="http://schemas.microsoft.com/office/drawing/2014/main" id="{9B6CA7B0-B885-5D94-226F-A10092FD8F3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96EE6597-B2A9-435C-A42E-CF0C7CD60F66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cfa003a7c44fb8"/>
    <p:sldLayoutId xmlns:r="http://schemas.openxmlformats.org/officeDocument/2006/relationships" id="2147483650" r:id="R91f1e53d54a0449b"/>
    <p:sldLayoutId xmlns:r="http://schemas.openxmlformats.org/officeDocument/2006/relationships" id="2147483651" r:id="Re9280aa664ef4400"/>
    <p:sldLayoutId xmlns:r="http://schemas.openxmlformats.org/officeDocument/2006/relationships" id="2147483652" r:id="Rd47c82690ed641ca"/>
    <p:sldLayoutId xmlns:r="http://schemas.openxmlformats.org/officeDocument/2006/relationships" id="2147483653" r:id="Rf2e5fc27c6cc4271"/>
    <p:sldLayoutId xmlns:r="http://schemas.openxmlformats.org/officeDocument/2006/relationships" id="2147483654" r:id="Rb3c49fa5cebb44d0"/>
    <p:sldLayoutId xmlns:r="http://schemas.openxmlformats.org/officeDocument/2006/relationships" id="2147483655" r:id="Rb26633ff432e4b03"/>
    <p:sldLayoutId xmlns:r="http://schemas.openxmlformats.org/officeDocument/2006/relationships" id="2147483656" r:id="R1dbda523ec8d4963"/>
    <p:sldLayoutId xmlns:r="http://schemas.openxmlformats.org/officeDocument/2006/relationships" id="2147483657" r:id="R066d5f51dc64419d"/>
    <p:sldLayoutId xmlns:r="http://schemas.openxmlformats.org/officeDocument/2006/relationships" id="2147483658" r:id="R6e60c0b8e0d444a8"/>
    <p:sldLayoutId xmlns:r="http://schemas.openxmlformats.org/officeDocument/2006/relationships" id="2147483659" r:id="Rc2e745dda9d84776"/>
    <p:sldLayoutId xmlns:r="http://schemas.openxmlformats.org/officeDocument/2006/relationships" id="2147483660" r:id="Rb3cf6814158d4fcb"/>
    <p:sldLayoutId xmlns:r="http://schemas.openxmlformats.org/officeDocument/2006/relationships" id="2147483661" r:id="R32a1cdf4f69c43e0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569ebaf809c4a98" /><Relationship Type="http://schemas.openxmlformats.org/officeDocument/2006/relationships/image" Target="/ppt/media/image2.png" Id="R731be9ee86a84e89" /><Relationship Type="http://schemas.openxmlformats.org/officeDocument/2006/relationships/image" Target="/ppt/media/image.svg" Id="Rc55568f602764984" /><Relationship Type="http://schemas.openxmlformats.org/officeDocument/2006/relationships/notesSlide" Target="/ppt/notesSlides/notesSlide1.xml" Id="R9dcd437c333444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89bba3e821fe4def" /><Relationship Type="http://schemas.openxmlformats.org/officeDocument/2006/relationships/image" Target="/ppt/media/image3.png" Id="Rf0f51bd9e0d34e91" /><Relationship Type="http://schemas.openxmlformats.org/officeDocument/2006/relationships/image" Target="/ppt/media/image4.png" Id="R7f784a9e09314bc7" /><Relationship Type="http://schemas.openxmlformats.org/officeDocument/2006/relationships/image" Target="/ppt/media/image2.svg" Id="R1d66de91eb924c3e" /><Relationship Type="http://schemas.openxmlformats.org/officeDocument/2006/relationships/notesSlide" Target="/ppt/notesSlides/notesSlide2.xml" Id="Rd6fab154be4841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5668d668fc42463c" /><Relationship Type="http://schemas.openxmlformats.org/officeDocument/2006/relationships/image" Target="/ppt/media/image3.png" Id="Rb0cd87283aa9401f" /><Relationship Type="http://schemas.openxmlformats.org/officeDocument/2006/relationships/image" Target="/ppt/media/image4.png" Id="R4e63895f903148a2" /><Relationship Type="http://schemas.openxmlformats.org/officeDocument/2006/relationships/image" Target="/ppt/media/image2.svg" Id="R86df8756f5c5406d" /><Relationship Type="http://schemas.openxmlformats.org/officeDocument/2006/relationships/notesSlide" Target="/ppt/notesSlides/notesSlide3.xml" Id="Rfbe12cab82a44f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d2d6461fb2464fb1" /><Relationship Type="http://schemas.openxmlformats.org/officeDocument/2006/relationships/image" Target="/ppt/media/image3.png" Id="Rbf28901cc44d46be" /><Relationship Type="http://schemas.openxmlformats.org/officeDocument/2006/relationships/image" Target="/ppt/media/image4.png" Id="Refd6f46d86b049ae" /><Relationship Type="http://schemas.openxmlformats.org/officeDocument/2006/relationships/image" Target="/ppt/media/image2.svg" Id="R47b644b253c44cb2" /><Relationship Type="http://schemas.openxmlformats.org/officeDocument/2006/relationships/notesSlide" Target="/ppt/notesSlides/notesSlide4.xml" Id="Rc428caeb679d4e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a7205660d5da44f5" /><Relationship Type="http://schemas.openxmlformats.org/officeDocument/2006/relationships/image" Target="/ppt/media/image3.png" Id="Rb1493a995fac4459" /><Relationship Type="http://schemas.openxmlformats.org/officeDocument/2006/relationships/image" Target="/ppt/media/image4.png" Id="R210a46f4240b48c8" /><Relationship Type="http://schemas.openxmlformats.org/officeDocument/2006/relationships/image" Target="/ppt/media/image2.svg" Id="Rfade6404a8bb4946" /><Relationship Type="http://schemas.openxmlformats.org/officeDocument/2006/relationships/notesSlide" Target="/ppt/notesSlides/notesSlide5.xml" Id="R1fbbd79da7294a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6292ee5a4a364d48" /><Relationship Type="http://schemas.openxmlformats.org/officeDocument/2006/relationships/image" Target="/ppt/media/image3.png" Id="R4ea79981d49647d1" /><Relationship Type="http://schemas.openxmlformats.org/officeDocument/2006/relationships/image" Target="/ppt/media/image4.png" Id="R16a6261822cb4510" /><Relationship Type="http://schemas.openxmlformats.org/officeDocument/2006/relationships/image" Target="/ppt/media/image2.svg" Id="R26e7ff65ba184f68" /><Relationship Type="http://schemas.openxmlformats.org/officeDocument/2006/relationships/notesSlide" Target="/ppt/notesSlides/notesSlide6.xml" Id="R1d01cb6244064e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f51ad435d82f49ae" /><Relationship Type="http://schemas.openxmlformats.org/officeDocument/2006/relationships/image" Target="/ppt/media/image3.png" Id="R4f95e05363914a5b" /><Relationship Type="http://schemas.openxmlformats.org/officeDocument/2006/relationships/image" Target="/ppt/media/image4.png" Id="R737a02ac43624d98" /><Relationship Type="http://schemas.openxmlformats.org/officeDocument/2006/relationships/image" Target="/ppt/media/image2.svg" Id="Rf5666cd42bad4b20" /><Relationship Type="http://schemas.openxmlformats.org/officeDocument/2006/relationships/notesSlide" Target="/ppt/notesSlides/notesSlide7.xml" Id="R2354186ec30a4fc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540916d5ab674602" /><Relationship Type="http://schemas.openxmlformats.org/officeDocument/2006/relationships/image" Target="/ppt/media/image3.png" Id="R2fc61e5459364ca7" /><Relationship Type="http://schemas.openxmlformats.org/officeDocument/2006/relationships/image" Target="/ppt/media/image4.png" Id="R9f49912d83c44249" /><Relationship Type="http://schemas.openxmlformats.org/officeDocument/2006/relationships/image" Target="/ppt/media/image2.svg" Id="R29cf78f3d42d47bd" /><Relationship Type="http://schemas.openxmlformats.org/officeDocument/2006/relationships/notesSlide" Target="/ppt/notesSlides/notesSlide8.xml" Id="R069dd5a9a531479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516acbcf923d4cbf" /><Relationship Type="http://schemas.openxmlformats.org/officeDocument/2006/relationships/image" Target="/ppt/media/image3.png" Id="R77d24ebec2f94f6c" /><Relationship Type="http://schemas.openxmlformats.org/officeDocument/2006/relationships/image" Target="/ppt/media/image4.png" Id="Rfcfd7f363e6842c1" /><Relationship Type="http://schemas.openxmlformats.org/officeDocument/2006/relationships/image" Target="/ppt/media/image2.svg" Id="R73e6a087c5434f15" /><Relationship Type="http://schemas.openxmlformats.org/officeDocument/2006/relationships/image" Target="/ppt/media/image5.png" Id="Rb22e18e2b48e42f9" /><Relationship Type="http://schemas.openxmlformats.org/officeDocument/2006/relationships/notesSlide" Target="/ppt/notesSlides/notesSlide9.xml" Id="R010d965e50d64ad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f8a620e4ee254123" /><Relationship Type="http://schemas.openxmlformats.org/officeDocument/2006/relationships/image" Target="/ppt/media/image3.png" Id="Rfca89529c7704b77" /><Relationship Type="http://schemas.openxmlformats.org/officeDocument/2006/relationships/image" Target="/ppt/media/image4.png" Id="Rcf60f97b05114557" /><Relationship Type="http://schemas.openxmlformats.org/officeDocument/2006/relationships/image" Target="/ppt/media/image2.svg" Id="Rfffa189d753f4581" /><Relationship Type="http://schemas.openxmlformats.org/officeDocument/2006/relationships/notesSlide" Target="/ppt/notesSlides/notesSlide10.xml" Id="Rce2951a89188450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3772cc9e14324a09" /><Relationship Type="http://schemas.openxmlformats.org/officeDocument/2006/relationships/image" Target="/ppt/media/image3.png" Id="R2c169f01aad04ae3" /><Relationship Type="http://schemas.openxmlformats.org/officeDocument/2006/relationships/image" Target="/ppt/media/image4.png" Id="Rb78177b3192042c9" /><Relationship Type="http://schemas.openxmlformats.org/officeDocument/2006/relationships/image" Target="/ppt/media/image2.svg" Id="R6b70d276d54e414a" /><Relationship Type="http://schemas.openxmlformats.org/officeDocument/2006/relationships/notesSlide" Target="/ppt/notesSlides/notesSlide11.xml" Id="R9b08139447b0401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4ecd4da47da94942" /><Relationship Type="http://schemas.openxmlformats.org/officeDocument/2006/relationships/image" Target="/ppt/media/image3.png" Id="R7aa3435053ef414a" /><Relationship Type="http://schemas.openxmlformats.org/officeDocument/2006/relationships/image" Target="/ppt/media/image4.png" Id="R0377537ffd694e21" /><Relationship Type="http://schemas.openxmlformats.org/officeDocument/2006/relationships/image" Target="/ppt/media/image2.svg" Id="Ra63da1defc464383" /><Relationship Type="http://schemas.openxmlformats.org/officeDocument/2006/relationships/notesSlide" Target="/ppt/notesSlides/notesSlide12.xml" Id="R9336cd92459c440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spaço Reservado para Texto 9">
            <a:extLst xmlns:a="http://schemas.openxmlformats.org/drawingml/2006/main">
              <a:ext uri="{FF2B5EF4-FFF2-40B4-BE49-F238E27FC236}">
                <a16:creationId xmlns:a16="http://schemas.microsoft.com/office/drawing/2014/main" id="{3E599F85-D4ED-3CAB-FD14-86E414DF865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Espaço Reservado para Texto 10">
            <a:extLst xmlns:a="http://schemas.openxmlformats.org/drawingml/2006/main">
              <a:ext uri="{FF2B5EF4-FFF2-40B4-BE49-F238E27FC236}">
                <a16:creationId xmlns:a16="http://schemas.microsoft.com/office/drawing/2014/main" id="{7833CD8A-B2D6-D855-FE64-F32FF14F25EE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nome">
            <a:extLst xmlns:a="http://schemas.openxmlformats.org/drawingml/2006/main">
              <a:ext uri="{FF2B5EF4-FFF2-40B4-BE49-F238E27FC236}">
                <a16:creationId xmlns:a16="http://schemas.microsoft.com/office/drawing/2014/main" id="{DF05394A-7B6D-4827-8297-B27B60CA3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47800"/>
            <a:ext cx="933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7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ctr">
              <a:defRPr sz="7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7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AEBOT</a:t>
            </a:r>
          </a:p>
        </p:txBody>
      </p:sp>
      <p:sp>
        <p:nvSpPr>
          <p:cNvPr id="13" name="subtitulo">
            <a:extLst xmlns:a="http://schemas.openxmlformats.org/drawingml/2006/main">
              <a:ext uri="{FF2B5EF4-FFF2-40B4-BE49-F238E27FC236}">
                <a16:creationId xmlns:a16="http://schemas.microsoft.com/office/drawing/2014/main" id="{7192E388-FFF5-4694-B991-CBB426EA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0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30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0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Assistente de Análise de Ordens de Serviço</a:t>
            </a:r>
          </a:p>
        </p:txBody>
      </p:sp>
      <p:sp>
        <p:nvSpPr>
          <p:cNvPr id="14" name="autor">
            <a:extLst xmlns:a="http://schemas.openxmlformats.org/drawingml/2006/main">
              <a:ext uri="{FF2B5EF4-FFF2-40B4-BE49-F238E27FC236}">
                <a16:creationId xmlns:a16="http://schemas.microsoft.com/office/drawing/2014/main" id="{B0C86B72-24D5-4E4E-9DA3-8AF86257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143375"/>
            <a:ext cx="666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Pedro Lucas Botelho</a:t>
            </a:r>
          </a:p>
        </p:txBody>
      </p:sp>
      <p:sp>
        <p:nvSpPr>
          <p:cNvPr id="15" name="edicao">
            <a:extLst xmlns:a="http://schemas.openxmlformats.org/drawingml/2006/main">
              <a:ext uri="{FF2B5EF4-FFF2-40B4-BE49-F238E27FC236}">
                <a16:creationId xmlns:a16="http://schemas.microsoft.com/office/drawing/2014/main" id="{6F6DBA52-7717-411B-9EB9-E8100E64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381625"/>
            <a:ext cx="5238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Protótipo desktop offline</a:t>
            </a:r>
          </a:p>
          <a:p xmlns:a="http://schemas.openxmlformats.org/drawingml/2006/main">
            <a:pPr algn="ctr">
              <a:defRPr sz="187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Outubro de 2026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F6E8E1-E678-4FBC-A65D-B3A2A27B23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1be9ee86a84e89">
            <a:extLst>
              <a:ext uri="{96DAC541-7B7A-43D3-8B79-37D633B846F1}">
                <asvg:svgBlip xmlns:asvg="http://schemas.microsoft.com/office/drawing/2016/SVG/main" r:embed="Rc55568f60276498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961275" y="6418421"/>
            <a:ext cx="954977" cy="2605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36341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>
            <a:extLst xmlns:a="http://schemas.openxmlformats.org/drawingml/2006/main">
              <a:ext uri="{FF2B5EF4-FFF2-40B4-BE49-F238E27FC236}">
                <a16:creationId xmlns:a16="http://schemas.microsoft.com/office/drawing/2014/main" id="{673AA999-7031-4107-8AE7-5D29E33D99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f51bd9e0d34e9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Graphic 1">
            <a:extLst xmlns:a="http://schemas.openxmlformats.org/drawingml/2006/main">
              <a:ext uri="{FF2B5EF4-FFF2-40B4-BE49-F238E27FC236}">
                <a16:creationId xmlns:a16="http://schemas.microsoft.com/office/drawing/2014/main" id="{2E5B9462-C0FE-4294-8674-29BDD4CF98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784a9e09314bc7">
            <a:extLst>
              <a:ext uri="{96DAC541-7B7A-43D3-8B79-37D633B846F1}">
                <asvg:svgBlip xmlns:asvg="http://schemas.microsoft.com/office/drawing/2016/SVG/main" r:embed="R1d66de91eb924c3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61253" y="6418396"/>
            <a:ext cx="954951" cy="260544"/>
          </a:xfrm>
          <a:prstGeom xmlns:a="http://schemas.openxmlformats.org/drawingml/2006/main" prst="rect">
            <a:avLst/>
          </a:prstGeom>
        </p:spPr>
      </p:pic>
      <p:sp>
        <p:nvSpPr>
          <p:cNvPr id="17" name="CaixaDeTexto 16">
            <a:extLst xmlns:a="http://schemas.openxmlformats.org/drawingml/2006/main">
              <a:ext uri="{FF2B5EF4-FFF2-40B4-BE49-F238E27FC236}">
                <a16:creationId xmlns:a16="http://schemas.microsoft.com/office/drawing/2014/main" id="{2658AB85-F832-39C9-57C9-ECDEBC73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746" y="1287304"/>
            <a:ext cx="10164509" cy="4733258"/>
          </a:xfrm>
          <a:prstGeom xmlns:a="http://schemas.openxmlformats.org/drawingml/2006/main" prst="flowChartAlternateProcess">
            <a:avLst/>
          </a:prstGeom>
          <a:ln xmlns:a="http://schemas.openxmlformats.org/drawingml/2006/main">
            <a:solidFill>
              <a:srgbClr val="070E7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070E73"/>
                </a:solidFill>
              </a:rPr>
              <a:t/>
            </a:r>
          </a:p>
        </p:txBody>
      </p:sp>
      <p:sp>
        <p:nvSpPr>
          <p:cNvPr id="18" name="titulo">
            <a:extLst xmlns:a="http://schemas.openxmlformats.org/drawingml/2006/main">
              <a:ext uri="{FF2B5EF4-FFF2-40B4-BE49-F238E27FC236}">
                <a16:creationId xmlns:a16="http://schemas.microsoft.com/office/drawing/2014/main" id="{983318B0-82CF-4831-BDB4-BE4D48FC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8115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A rotina que o AEBOT quer apoiar</a:t>
            </a:r>
          </a:p>
        </p:txBody>
      </p:sp>
      <p:sp>
        <p:nvSpPr>
          <p:cNvPr id="19" name="analistas">
            <a:extLst xmlns:a="http://schemas.openxmlformats.org/drawingml/2006/main">
              <a:ext uri="{FF2B5EF4-FFF2-40B4-BE49-F238E27FC236}">
                <a16:creationId xmlns:a16="http://schemas.microsoft.com/office/drawing/2014/main" id="{E81D6DFC-CECD-429E-BE69-17B09927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19375"/>
            <a:ext cx="438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40 analistas</a:t>
            </a:r>
          </a:p>
        </p:txBody>
      </p:sp>
      <p:sp>
        <p:nvSpPr>
          <p:cNvPr id="20" name="volume">
            <a:extLst xmlns:a="http://schemas.openxmlformats.org/drawingml/2006/main">
              <a:ext uri="{FF2B5EF4-FFF2-40B4-BE49-F238E27FC236}">
                <a16:creationId xmlns:a16="http://schemas.microsoft.com/office/drawing/2014/main" id="{98BC34CA-2A4D-48C7-95E9-A05CABFB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19375"/>
            <a:ext cx="4714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Mais de 3.000 OS/dia</a:t>
            </a:r>
          </a:p>
        </p:txBody>
      </p:sp>
      <p:sp>
        <p:nvSpPr>
          <p:cNvPr id="21" name="contexto">
            <a:extLst xmlns:a="http://schemas.openxmlformats.org/drawingml/2006/main">
              <a:ext uri="{FF2B5EF4-FFF2-40B4-BE49-F238E27FC236}">
                <a16:creationId xmlns:a16="http://schemas.microsoft.com/office/drawing/2014/main" id="{51EBEC1E-6E28-4F44-AB1F-FBAA6E44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09975"/>
            <a:ext cx="9477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Dúvidas sobre evidências, enquadramento do serviço</a:t>
            </a:r>
          </a:p>
          <a:p xmlns:a="http://schemas.openxmlformats.org/drawingml/2006/main">
            <a:pPr algn="l">
              <a:defRPr sz="25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e desdobros surgem durante a revisão.</a:t>
            </a:r>
          </a:p>
        </p:txBody>
      </p:sp>
      <p:sp>
        <p:nvSpPr>
          <p:cNvPr id="22" name="objetivo">
            <a:extLst xmlns:a="http://schemas.openxmlformats.org/drawingml/2006/main">
              <a:ext uri="{FF2B5EF4-FFF2-40B4-BE49-F238E27FC236}">
                <a16:creationId xmlns:a16="http://schemas.microsoft.com/office/drawing/2014/main" id="{79FCEC18-4EE3-4099-A0A4-1CF6B16C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81550"/>
            <a:ext cx="942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Objetivo: facilitar a consulta às regras e apoiar</a:t>
            </a:r>
          </a:p>
          <a:p xmlns:a="http://schemas.openxmlformats.org/drawingml/2006/main">
            <a: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a consistência das orientações.</a:t>
            </a:r>
          </a:p>
        </p:txBody>
      </p:sp>
    </p:spTree>
    <p:extLst>
      <p:ext uri="{BB962C8B-B14F-4D97-AF65-F5344CB8AC3E}">
        <p14:creationId xmlns:p14="http://schemas.microsoft.com/office/powerpoint/2010/main" val="12594378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>
            <a:extLst xmlns:a="http://schemas.openxmlformats.org/drawingml/2006/main">
              <a:ext uri="{FF2B5EF4-FFF2-40B4-BE49-F238E27FC236}">
                <a16:creationId xmlns:a16="http://schemas.microsoft.com/office/drawing/2014/main" id="{673AA999-7031-4107-8AE7-5D29E33D99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cd87283aa9401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Graphic 1">
            <a:extLst xmlns:a="http://schemas.openxmlformats.org/drawingml/2006/main">
              <a:ext uri="{FF2B5EF4-FFF2-40B4-BE49-F238E27FC236}">
                <a16:creationId xmlns:a16="http://schemas.microsoft.com/office/drawing/2014/main" id="{2E5B9462-C0FE-4294-8674-29BDD4CF98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63895f903148a2">
            <a:extLst>
              <a:ext uri="{96DAC541-7B7A-43D3-8B79-37D633B846F1}">
                <asvg:svgBlip xmlns:asvg="http://schemas.microsoft.com/office/drawing/2016/SVG/main" r:embed="R86df8756f5c5406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61253" y="6418396"/>
            <a:ext cx="954951" cy="260544"/>
          </a:xfrm>
          <a:prstGeom xmlns:a="http://schemas.openxmlformats.org/drawingml/2006/main" prst="rect">
            <a:avLst/>
          </a:prstGeom>
        </p:spPr>
      </p:pic>
      <p:sp>
        <p:nvSpPr>
          <p:cNvPr id="17" name="CaixaDeTexto 16">
            <a:extLst xmlns:a="http://schemas.openxmlformats.org/drawingml/2006/main">
              <a:ext uri="{FF2B5EF4-FFF2-40B4-BE49-F238E27FC236}">
                <a16:creationId xmlns:a16="http://schemas.microsoft.com/office/drawing/2014/main" id="{2658AB85-F832-39C9-57C9-ECDEBC73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746" y="1287304"/>
            <a:ext cx="10164509" cy="4733258"/>
          </a:xfrm>
          <a:prstGeom xmlns:a="http://schemas.openxmlformats.org/drawingml/2006/main" prst="flowChartAlternateProcess">
            <a:avLst/>
          </a:prstGeom>
          <a:ln xmlns:a="http://schemas.openxmlformats.org/drawingml/2006/main">
            <a:solidFill>
              <a:srgbClr val="070E7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070E73"/>
                </a:solidFill>
              </a:rPr>
              <a:t/>
            </a:r>
          </a:p>
        </p:txBody>
      </p:sp>
      <p:sp>
        <p:nvSpPr>
          <p:cNvPr id="18" name="titulo">
            <a:extLst xmlns:a="http://schemas.openxmlformats.org/drawingml/2006/main">
              <a:ext uri="{FF2B5EF4-FFF2-40B4-BE49-F238E27FC236}">
                <a16:creationId xmlns:a16="http://schemas.microsoft.com/office/drawing/2014/main" id="{A24AFC82-0721-45B1-BD0E-57B0DED8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8115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Uso no dia a dia</a:t>
            </a:r>
          </a:p>
        </p:txBody>
      </p:sp>
      <p:sp>
        <p:nvSpPr>
          <p:cNvPr id="19" name="destaque-271">
            <a:extLst xmlns:a="http://schemas.openxmlformats.org/drawingml/2006/main">
              <a:ext uri="{FF2B5EF4-FFF2-40B4-BE49-F238E27FC236}">
                <a16:creationId xmlns:a16="http://schemas.microsoft.com/office/drawing/2014/main" id="{6D004A27-1E78-4AF6-B93F-85C6952D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812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O analista seleciona o serviço e descreve o caso</a:t>
            </a:r>
          </a:p>
        </p:txBody>
      </p:sp>
      <p:sp>
        <p:nvSpPr>
          <p:cNvPr id="20" name="explicacao-271">
            <a:extLst xmlns:a="http://schemas.openxmlformats.org/drawingml/2006/main">
              <a:ext uri="{FF2B5EF4-FFF2-40B4-BE49-F238E27FC236}">
                <a16:creationId xmlns:a16="http://schemas.microsoft.com/office/drawing/2014/main" id="{1AFC3C17-AD1C-4A2F-A2C2-855F65BA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00375"/>
            <a:ext cx="9477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Pode escrever com suas palavras e continuar a conversa.</a:t>
            </a:r>
          </a:p>
        </p:txBody>
      </p:sp>
      <p:sp>
        <p:nvSpPr>
          <p:cNvPr id="21" name="destaque-401">
            <a:extLst xmlns:a="http://schemas.openxmlformats.org/drawingml/2006/main">
              <a:ext uri="{FF2B5EF4-FFF2-40B4-BE49-F238E27FC236}">
                <a16:creationId xmlns:a16="http://schemas.microsoft.com/office/drawing/2014/main" id="{10BFEB8D-719B-4F7B-9043-FAB31EDC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952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O AEBOT orienta e mostra a base da resposta</a:t>
            </a:r>
          </a:p>
        </p:txBody>
      </p:sp>
      <p:sp>
        <p:nvSpPr>
          <p:cNvPr id="22" name="explicacao-401">
            <a:extLst xmlns:a="http://schemas.openxmlformats.org/drawingml/2006/main">
              <a:ext uri="{FF2B5EF4-FFF2-40B4-BE49-F238E27FC236}">
                <a16:creationId xmlns:a16="http://schemas.microsoft.com/office/drawing/2014/main" id="{E40F2241-4480-4DCE-9261-BBCC25C1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38625"/>
            <a:ext cx="9477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Se faltar um dado decisivo, faz uma pergunta objetiva.</a:t>
            </a:r>
          </a:p>
        </p:txBody>
      </p:sp>
      <p:sp>
        <p:nvSpPr>
          <p:cNvPr id="23" name="responsabilidade">
            <a:extLst xmlns:a="http://schemas.openxmlformats.org/drawingml/2006/main">
              <a:ext uri="{FF2B5EF4-FFF2-40B4-BE49-F238E27FC236}">
                <a16:creationId xmlns:a16="http://schemas.microsoft.com/office/drawing/2014/main" id="{696E9299-7F3E-4A34-A639-288C3C8D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38750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O analista confere as fotos e registra a conclusão no sistema.</a:t>
            </a:r>
          </a:p>
        </p:txBody>
      </p:sp>
    </p:spTree>
    <p:extLst>
      <p:ext uri="{BB962C8B-B14F-4D97-AF65-F5344CB8AC3E}">
        <p14:creationId xmlns:p14="http://schemas.microsoft.com/office/powerpoint/2010/main" val="125943789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>
            <a:extLst xmlns:a="http://schemas.openxmlformats.org/drawingml/2006/main">
              <a:ext uri="{FF2B5EF4-FFF2-40B4-BE49-F238E27FC236}">
                <a16:creationId xmlns:a16="http://schemas.microsoft.com/office/drawing/2014/main" id="{673AA999-7031-4107-8AE7-5D29E33D99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28901cc44d46b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Graphic 1">
            <a:extLst xmlns:a="http://schemas.openxmlformats.org/drawingml/2006/main">
              <a:ext uri="{FF2B5EF4-FFF2-40B4-BE49-F238E27FC236}">
                <a16:creationId xmlns:a16="http://schemas.microsoft.com/office/drawing/2014/main" id="{2E5B9462-C0FE-4294-8674-29BDD4CF98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d6f46d86b049ae">
            <a:extLst>
              <a:ext uri="{96DAC541-7B7A-43D3-8B79-37D633B846F1}">
                <asvg:svgBlip xmlns:asvg="http://schemas.microsoft.com/office/drawing/2016/SVG/main" r:embed="R47b644b253c44cb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61253" y="6418396"/>
            <a:ext cx="954951" cy="260544"/>
          </a:xfrm>
          <a:prstGeom xmlns:a="http://schemas.openxmlformats.org/drawingml/2006/main" prst="rect">
            <a:avLst/>
          </a:prstGeom>
        </p:spPr>
      </p:pic>
      <p:sp>
        <p:nvSpPr>
          <p:cNvPr id="17" name="CaixaDeTexto 16">
            <a:extLst xmlns:a="http://schemas.openxmlformats.org/drawingml/2006/main">
              <a:ext uri="{FF2B5EF4-FFF2-40B4-BE49-F238E27FC236}">
                <a16:creationId xmlns:a16="http://schemas.microsoft.com/office/drawing/2014/main" id="{2658AB85-F832-39C9-57C9-ECDEBC73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746" y="1287304"/>
            <a:ext cx="10164509" cy="4733258"/>
          </a:xfrm>
          <a:prstGeom xmlns:a="http://schemas.openxmlformats.org/drawingml/2006/main" prst="flowChartAlternateProcess">
            <a:avLst/>
          </a:prstGeom>
          <a:ln xmlns:a="http://schemas.openxmlformats.org/drawingml/2006/main">
            <a:solidFill>
              <a:srgbClr val="070E7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070E73"/>
                </a:solidFill>
              </a:rPr>
              <a:t/>
            </a:r>
          </a:p>
        </p:txBody>
      </p:sp>
      <p:sp>
        <p:nvSpPr>
          <p:cNvPr id="18" name="titulo">
            <a:extLst xmlns:a="http://schemas.openxmlformats.org/drawingml/2006/main">
              <a:ext uri="{FF2B5EF4-FFF2-40B4-BE49-F238E27FC236}">
                <a16:creationId xmlns:a16="http://schemas.microsoft.com/office/drawing/2014/main" id="{A645BBEC-A665-4E3D-84C7-A1878A2C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8115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Como a análise funciona</a:t>
            </a:r>
          </a:p>
        </p:txBody>
      </p:sp>
      <p:sp>
        <p:nvSpPr>
          <p:cNvPr id="19" name="etapa1">
            <a:extLst xmlns:a="http://schemas.openxmlformats.org/drawingml/2006/main">
              <a:ext uri="{FF2B5EF4-FFF2-40B4-BE49-F238E27FC236}">
                <a16:creationId xmlns:a16="http://schemas.microsoft.com/office/drawing/2014/main" id="{FDC4ABC0-FFA5-4547-B5DE-2A77ECB2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09850"/>
            <a:ext cx="9382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1. A IA interpreta o relato e o contexto da conversa.</a:t>
            </a:r>
          </a:p>
        </p:txBody>
      </p:sp>
      <p:sp>
        <p:nvSpPr>
          <p:cNvPr id="20" name="etapa2">
            <a:extLst xmlns:a="http://schemas.openxmlformats.org/drawingml/2006/main">
              <a:ext uri="{FF2B5EF4-FFF2-40B4-BE49-F238E27FC236}">
                <a16:creationId xmlns:a16="http://schemas.microsoft.com/office/drawing/2014/main" id="{EE4AAC03-BAA8-4FE6-945A-36A9C1E1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43275"/>
            <a:ext cx="9382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2. O motor confere as regras do serviço selecionado.</a:t>
            </a:r>
          </a:p>
        </p:txBody>
      </p:sp>
      <p:sp>
        <p:nvSpPr>
          <p:cNvPr id="21" name="etapa3">
            <a:extLst xmlns:a="http://schemas.openxmlformats.org/drawingml/2006/main">
              <a:ext uri="{FF2B5EF4-FFF2-40B4-BE49-F238E27FC236}">
                <a16:creationId xmlns:a16="http://schemas.microsoft.com/office/drawing/2014/main" id="{6A34D72C-B796-4411-A109-02E1A7E5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76700"/>
            <a:ext cx="9382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3. Fatos, condições e exceções sustentam a conclusão.</a:t>
            </a:r>
          </a:p>
        </p:txBody>
      </p:sp>
      <p:sp>
        <p:nvSpPr>
          <p:cNvPr id="22" name="etapa4">
            <a:extLst xmlns:a="http://schemas.openxmlformats.org/drawingml/2006/main">
              <a:ext uri="{FF2B5EF4-FFF2-40B4-BE49-F238E27FC236}">
                <a16:creationId xmlns:a16="http://schemas.microsoft.com/office/drawing/2014/main" id="{3386F4A6-EF59-4860-8499-F854280D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10125"/>
            <a:ext cx="9382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4. O assistente explica a orientação em poucas linhas.</a:t>
            </a:r>
          </a:p>
        </p:txBody>
      </p:sp>
    </p:spTree>
    <p:extLst>
      <p:ext uri="{BB962C8B-B14F-4D97-AF65-F5344CB8AC3E}">
        <p14:creationId xmlns:p14="http://schemas.microsoft.com/office/powerpoint/2010/main" val="125943789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>
            <a:extLst xmlns:a="http://schemas.openxmlformats.org/drawingml/2006/main">
              <a:ext uri="{FF2B5EF4-FFF2-40B4-BE49-F238E27FC236}">
                <a16:creationId xmlns:a16="http://schemas.microsoft.com/office/drawing/2014/main" id="{673AA999-7031-4107-8AE7-5D29E33D99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493a995fac445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Graphic 1">
            <a:extLst xmlns:a="http://schemas.openxmlformats.org/drawingml/2006/main">
              <a:ext uri="{FF2B5EF4-FFF2-40B4-BE49-F238E27FC236}">
                <a16:creationId xmlns:a16="http://schemas.microsoft.com/office/drawing/2014/main" id="{2E5B9462-C0FE-4294-8674-29BDD4CF98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0a46f4240b48c8">
            <a:extLst>
              <a:ext uri="{96DAC541-7B7A-43D3-8B79-37D633B846F1}">
                <asvg:svgBlip xmlns:asvg="http://schemas.microsoft.com/office/drawing/2016/SVG/main" r:embed="Rfade6404a8bb494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61253" y="6418396"/>
            <a:ext cx="954951" cy="260544"/>
          </a:xfrm>
          <a:prstGeom xmlns:a="http://schemas.openxmlformats.org/drawingml/2006/main" prst="rect">
            <a:avLst/>
          </a:prstGeom>
        </p:spPr>
      </p:pic>
      <p:sp>
        <p:nvSpPr>
          <p:cNvPr id="17" name="CaixaDeTexto 16">
            <a:extLst xmlns:a="http://schemas.openxmlformats.org/drawingml/2006/main">
              <a:ext uri="{FF2B5EF4-FFF2-40B4-BE49-F238E27FC236}">
                <a16:creationId xmlns:a16="http://schemas.microsoft.com/office/drawing/2014/main" id="{2658AB85-F832-39C9-57C9-ECDEBC73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746" y="1287304"/>
            <a:ext cx="10164509" cy="4733258"/>
          </a:xfrm>
          <a:prstGeom xmlns:a="http://schemas.openxmlformats.org/drawingml/2006/main" prst="flowChartAlternateProcess">
            <a:avLst/>
          </a:prstGeom>
          <a:ln xmlns:a="http://schemas.openxmlformats.org/drawingml/2006/main">
            <a:solidFill>
              <a:srgbClr val="070E7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070E73"/>
                </a:solidFill>
              </a:rPr>
              <a:t/>
            </a:r>
          </a:p>
        </p:txBody>
      </p:sp>
      <p:sp>
        <p:nvSpPr>
          <p:cNvPr id="18" name="titulo">
            <a:extLst xmlns:a="http://schemas.openxmlformats.org/drawingml/2006/main">
              <a:ext uri="{FF2B5EF4-FFF2-40B4-BE49-F238E27FC236}">
                <a16:creationId xmlns:a16="http://schemas.microsoft.com/office/drawing/2014/main" id="{E1A4AD43-E82A-4C05-9AAA-9041CC73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8115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Conclusões e responsabilidade</a:t>
            </a:r>
          </a:p>
        </p:txBody>
      </p:sp>
      <p:sp>
        <p:nvSpPr>
          <p:cNvPr id="19" name="conforme">
            <a:extLst xmlns:a="http://schemas.openxmlformats.org/drawingml/2006/main">
              <a:ext uri="{FF2B5EF4-FFF2-40B4-BE49-F238E27FC236}">
                <a16:creationId xmlns:a16="http://schemas.microsoft.com/office/drawing/2014/main" id="{DE8A16B4-34ED-4010-8D2A-B1F49A92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9080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Conforme</a:t>
            </a:r>
          </a:p>
        </p:txBody>
      </p:sp>
      <p:sp>
        <p:nvSpPr>
          <p:cNvPr id="20" name="conforme-desc">
            <a:extLst xmlns:a="http://schemas.openxmlformats.org/drawingml/2006/main">
              <a:ext uri="{FF2B5EF4-FFF2-40B4-BE49-F238E27FC236}">
                <a16:creationId xmlns:a16="http://schemas.microsoft.com/office/drawing/2014/main" id="{5A187C39-F7F8-49B1-A6C8-C5371FED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28900"/>
            <a:ext cx="623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Serviço aprovado e correto.</a:t>
            </a:r>
          </a:p>
        </p:txBody>
      </p:sp>
      <p:sp>
        <p:nvSpPr>
          <p:cNvPr id="21" name="nc">
            <a:extLst xmlns:a="http://schemas.openxmlformats.org/drawingml/2006/main">
              <a:ext uri="{FF2B5EF4-FFF2-40B4-BE49-F238E27FC236}">
                <a16:creationId xmlns:a16="http://schemas.microsoft.com/office/drawing/2014/main" id="{AB99D921-4093-4328-AE7C-33AD930E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81375"/>
            <a:ext cx="3095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Não Conforme</a:t>
            </a:r>
          </a:p>
        </p:txBody>
      </p:sp>
      <p:sp>
        <p:nvSpPr>
          <p:cNvPr id="22" name="nc-desc">
            <a:extLst xmlns:a="http://schemas.openxmlformats.org/drawingml/2006/main">
              <a:ext uri="{FF2B5EF4-FFF2-40B4-BE49-F238E27FC236}">
                <a16:creationId xmlns:a16="http://schemas.microsoft.com/office/drawing/2014/main" id="{38FCDFCA-C76A-4265-BF88-D13EBA2D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419475"/>
            <a:ext cx="62388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Aprovação com correção ou apontamento.</a:t>
            </a:r>
          </a:p>
        </p:txBody>
      </p:sp>
      <p:sp>
        <p:nvSpPr>
          <p:cNvPr id="23" name="reprovado">
            <a:extLst xmlns:a="http://schemas.openxmlformats.org/drawingml/2006/main">
              <a:ext uri="{FF2B5EF4-FFF2-40B4-BE49-F238E27FC236}">
                <a16:creationId xmlns:a16="http://schemas.microsoft.com/office/drawing/2014/main" id="{9889DDC1-2DF5-4EF5-8F68-697ABD39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95775"/>
            <a:ext cx="300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Reprovado</a:t>
            </a:r>
          </a:p>
        </p:txBody>
      </p:sp>
      <p:sp>
        <p:nvSpPr>
          <p:cNvPr id="24" name="reprovado-desc">
            <a:extLst xmlns:a="http://schemas.openxmlformats.org/drawingml/2006/main">
              <a:ext uri="{FF2B5EF4-FFF2-40B4-BE49-F238E27FC236}">
                <a16:creationId xmlns:a16="http://schemas.microsoft.com/office/drawing/2014/main" id="{848582C9-737F-4A31-AEA3-DC318D99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333875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Falha grave ou execução sem evidência suficiente.</a:t>
            </a:r>
          </a:p>
        </p:txBody>
      </p:sp>
      <p:sp>
        <p:nvSpPr>
          <p:cNvPr id="25" name="sem-decisao">
            <a:extLst xmlns:a="http://schemas.openxmlformats.org/drawingml/2006/main">
              <a:ext uri="{FF2B5EF4-FFF2-40B4-BE49-F238E27FC236}">
                <a16:creationId xmlns:a16="http://schemas.microsoft.com/office/drawing/2014/main" id="{E150ADB6-01DB-48ED-9952-C591A9C0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149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Sem base suficiente: orientação ou pergunta, sem aprovar por padrão.</a:t>
            </a:r>
          </a:p>
        </p:txBody>
      </p:sp>
    </p:spTree>
    <p:extLst>
      <p:ext uri="{BB962C8B-B14F-4D97-AF65-F5344CB8AC3E}">
        <p14:creationId xmlns:p14="http://schemas.microsoft.com/office/powerpoint/2010/main" val="125943789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>
            <a:extLst xmlns:a="http://schemas.openxmlformats.org/drawingml/2006/main">
              <a:ext uri="{FF2B5EF4-FFF2-40B4-BE49-F238E27FC236}">
                <a16:creationId xmlns:a16="http://schemas.microsoft.com/office/drawing/2014/main" id="{673AA999-7031-4107-8AE7-5D29E33D99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a79981d49647d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Graphic 1">
            <a:extLst xmlns:a="http://schemas.openxmlformats.org/drawingml/2006/main">
              <a:ext uri="{FF2B5EF4-FFF2-40B4-BE49-F238E27FC236}">
                <a16:creationId xmlns:a16="http://schemas.microsoft.com/office/drawing/2014/main" id="{2E5B9462-C0FE-4294-8674-29BDD4CF98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a6261822cb4510">
            <a:extLst>
              <a:ext uri="{96DAC541-7B7A-43D3-8B79-37D633B846F1}">
                <asvg:svgBlip xmlns:asvg="http://schemas.microsoft.com/office/drawing/2016/SVG/main" r:embed="R26e7ff65ba184f6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61253" y="6418396"/>
            <a:ext cx="954951" cy="260544"/>
          </a:xfrm>
          <a:prstGeom xmlns:a="http://schemas.openxmlformats.org/drawingml/2006/main" prst="rect">
            <a:avLst/>
          </a:prstGeom>
        </p:spPr>
      </p:pic>
      <p:sp>
        <p:nvSpPr>
          <p:cNvPr id="17" name="CaixaDeTexto 16">
            <a:extLst xmlns:a="http://schemas.openxmlformats.org/drawingml/2006/main">
              <a:ext uri="{FF2B5EF4-FFF2-40B4-BE49-F238E27FC236}">
                <a16:creationId xmlns:a16="http://schemas.microsoft.com/office/drawing/2014/main" id="{2658AB85-F832-39C9-57C9-ECDEBC73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746" y="1287304"/>
            <a:ext cx="10164509" cy="4733258"/>
          </a:xfrm>
          <a:prstGeom xmlns:a="http://schemas.openxmlformats.org/drawingml/2006/main" prst="flowChartAlternateProcess">
            <a:avLst/>
          </a:prstGeom>
          <a:ln xmlns:a="http://schemas.openxmlformats.org/drawingml/2006/main">
            <a:solidFill>
              <a:srgbClr val="070E7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070E73"/>
                </a:solidFill>
              </a:rPr>
              <a:t/>
            </a:r>
          </a:p>
        </p:txBody>
      </p:sp>
      <p:sp>
        <p:nvSpPr>
          <p:cNvPr id="18" name="titulo">
            <a:extLst xmlns:a="http://schemas.openxmlformats.org/drawingml/2006/main">
              <a:ext uri="{FF2B5EF4-FFF2-40B4-BE49-F238E27FC236}">
                <a16:creationId xmlns:a16="http://schemas.microsoft.com/office/drawing/2014/main" id="{4173502D-6905-4EBA-8135-A6E55861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8115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Exemplos na Repavimentação Asfalto</a:t>
            </a:r>
          </a:p>
        </p:txBody>
      </p:sp>
      <p:graphicFrame>
        <p:nvGraphicFrame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FFCAC0-E4A2-4750-BC34-D385EA7B613E}"/>
              </a:ext>
            </a:extLst>
          </p:cNvPr>
          <p:cNvGraphicFramePr/>
          <p:nvPr/>
        </p:nvGraphicFramePr>
        <p:xfrm>
          <a:off xmlns:a="http://schemas.openxmlformats.org/drawingml/2006/main" x="1333500" y="2667000"/>
          <a:ext xmlns:a="http://schemas.openxmlformats.org/drawingml/2006/main" cx="9477375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096000"/>
                <a:gridCol w="3381375"/>
              </a:tblGrid>
              <a:tr h="595313">
                <a:tc>
                  <a:txBody>
                    <a:bodyPr lIns="114300" tIns="114300" rIns="114300" bIns="114300"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Fato informado</a:t>
                      </a:r>
                    </a:p>
                  </a:txBody>
                  <a:tcPr marL="91440" marR="91440" marT="45720" marB="45720" anchor="ctr">
                    <a:solidFill>
                      <a:srgbClr val="070E7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Recomendação</a:t>
                      </a:r>
                    </a:p>
                  </a:txBody>
                  <a:tcPr marL="91440" marR="91440" marT="45720" marB="45720" anchor="ctr">
                    <a:solidFill>
                      <a:srgbClr val="070E73"/>
                    </a:solidFill>
                  </a:tcPr>
                </a:tc>
              </a:tr>
              <a:tr h="595313">
                <a:tc>
                  <a:txBody>
                    <a:bodyPr lIns="114300" tIns="114300" rIns="114300" bIns="114300"/>
                    <a:lstStyle/>
                    <a:p>
                      <a:r>
                        <a:rPr sz="2175" b="0">
                          <a:solidFill>
                            <a:srgbClr val="070E73"/>
                          </a:solidFill>
                          <a:latin typeface="Aptos"/>
                          <a:ea typeface="Aptos"/>
                          <a:cs typeface="Aptos"/>
                        </a:rPr>
                        <a:t>Falta apenas a foto antes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175" b="1">
                          <a:solidFill>
                            <a:srgbClr val="070E73"/>
                          </a:solidFill>
                          <a:latin typeface="Aptos"/>
                          <a:ea typeface="Aptos"/>
                          <a:cs typeface="Aptos"/>
                        </a:rPr>
                        <a:t>Não Conforme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 lIns="114300" tIns="114300" rIns="114300" bIns="114300"/>
                    <a:lstStyle/>
                    <a:p>
                      <a:r>
                        <a:rPr sz="2175" b="0">
                          <a:solidFill>
                            <a:srgbClr val="070E73"/>
                          </a:solidFill>
                          <a:latin typeface="Aptos"/>
                          <a:ea typeface="Aptos"/>
                          <a:cs typeface="Aptos"/>
                        </a:rPr>
                        <a:t>Falta a foto depois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175" b="1">
                          <a:solidFill>
                            <a:srgbClr val="070E73"/>
                          </a:solidFill>
                          <a:latin typeface="Aptos"/>
                          <a:ea typeface="Aptos"/>
                          <a:cs typeface="Aptos"/>
                        </a:rPr>
                        <a:t>Reprovado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 lIns="114300" tIns="114300" rIns="114300" bIns="114300"/>
                    <a:lstStyle/>
                    <a:p>
                      <a:r>
                        <a:rPr sz="2175" b="0">
                          <a:solidFill>
                            <a:srgbClr val="070E73"/>
                          </a:solidFill>
                          <a:latin typeface="Aptos"/>
                          <a:ea typeface="Aptos"/>
                          <a:cs typeface="Aptos"/>
                        </a:rPr>
                        <a:t>Faltam as fotos antes e durante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175" b="1">
                          <a:solidFill>
                            <a:srgbClr val="070E73"/>
                          </a:solidFill>
                          <a:latin typeface="Aptos"/>
                          <a:ea typeface="Aptos"/>
                          <a:cs typeface="Aptos"/>
                        </a:rPr>
                        <a:t>Reprovado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escopo">
            <a:extLst xmlns:a="http://schemas.openxmlformats.org/drawingml/2006/main">
              <a:ext uri="{FF2B5EF4-FFF2-40B4-BE49-F238E27FC236}">
                <a16:creationId xmlns:a16="http://schemas.microsoft.com/office/drawing/2014/main" id="{556A3033-5118-4C16-AB19-D7CC609B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24475"/>
            <a:ext cx="9429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Exemplos com fatos confirmados e sem outras falhas relatadas.</a:t>
            </a:r>
          </a:p>
        </p:txBody>
      </p:sp>
    </p:spTree>
    <p:extLst>
      <p:ext uri="{BB962C8B-B14F-4D97-AF65-F5344CB8AC3E}">
        <p14:creationId xmlns:p14="http://schemas.microsoft.com/office/powerpoint/2010/main" val="125943789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>
            <a:extLst xmlns:a="http://schemas.openxmlformats.org/drawingml/2006/main">
              <a:ext uri="{FF2B5EF4-FFF2-40B4-BE49-F238E27FC236}">
                <a16:creationId xmlns:a16="http://schemas.microsoft.com/office/drawing/2014/main" id="{673AA999-7031-4107-8AE7-5D29E33D99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95e05363914a5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Graphic 1">
            <a:extLst xmlns:a="http://schemas.openxmlformats.org/drawingml/2006/main">
              <a:ext uri="{FF2B5EF4-FFF2-40B4-BE49-F238E27FC236}">
                <a16:creationId xmlns:a16="http://schemas.microsoft.com/office/drawing/2014/main" id="{2E5B9462-C0FE-4294-8674-29BDD4CF98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7a02ac43624d98">
            <a:extLst>
              <a:ext uri="{96DAC541-7B7A-43D3-8B79-37D633B846F1}">
                <asvg:svgBlip xmlns:asvg="http://schemas.microsoft.com/office/drawing/2016/SVG/main" r:embed="Rf5666cd42bad4b2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61253" y="6418396"/>
            <a:ext cx="954951" cy="260544"/>
          </a:xfrm>
          <a:prstGeom xmlns:a="http://schemas.openxmlformats.org/drawingml/2006/main" prst="rect">
            <a:avLst/>
          </a:prstGeom>
        </p:spPr>
      </p:pic>
      <p:sp>
        <p:nvSpPr>
          <p:cNvPr id="17" name="CaixaDeTexto 16">
            <a:extLst xmlns:a="http://schemas.openxmlformats.org/drawingml/2006/main">
              <a:ext uri="{FF2B5EF4-FFF2-40B4-BE49-F238E27FC236}">
                <a16:creationId xmlns:a16="http://schemas.microsoft.com/office/drawing/2014/main" id="{2658AB85-F832-39C9-57C9-ECDEBC73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746" y="1287304"/>
            <a:ext cx="10164509" cy="4733258"/>
          </a:xfrm>
          <a:prstGeom xmlns:a="http://schemas.openxmlformats.org/drawingml/2006/main" prst="flowChartAlternateProcess">
            <a:avLst/>
          </a:prstGeom>
          <a:ln xmlns:a="http://schemas.openxmlformats.org/drawingml/2006/main">
            <a:solidFill>
              <a:srgbClr val="070E7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070E73"/>
                </a:solidFill>
              </a:rPr>
              <a:t/>
            </a:r>
          </a:p>
        </p:txBody>
      </p:sp>
      <p:sp>
        <p:nvSpPr>
          <p:cNvPr id="18" name="titulo">
            <a:extLst xmlns:a="http://schemas.openxmlformats.org/drawingml/2006/main">
              <a:ext uri="{FF2B5EF4-FFF2-40B4-BE49-F238E27FC236}">
                <a16:creationId xmlns:a16="http://schemas.microsoft.com/office/drawing/2014/main" id="{B91A3500-75FC-4276-B3CC-E134A3A1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8115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Quando a resposta depende do contexto</a:t>
            </a:r>
          </a:p>
        </p:txBody>
      </p:sp>
      <p:sp>
        <p:nvSpPr>
          <p:cNvPr id="19" name="relato">
            <a:extLst xmlns:a="http://schemas.openxmlformats.org/drawingml/2006/main">
              <a:ext uri="{FF2B5EF4-FFF2-40B4-BE49-F238E27FC236}">
                <a16:creationId xmlns:a16="http://schemas.microsoft.com/office/drawing/2014/main" id="{A9927067-052C-49E2-A61A-F3EB4698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38425"/>
            <a:ext cx="9429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Analista: “A repavimentação está sem aferição da vala.”</a:t>
            </a:r>
          </a:p>
        </p:txBody>
      </p:sp>
      <p:sp>
        <p:nvSpPr>
          <p:cNvPr id="20" name="pergunta">
            <a:extLst xmlns:a="http://schemas.openxmlformats.org/drawingml/2006/main">
              <a:ext uri="{FF2B5EF4-FFF2-40B4-BE49-F238E27FC236}">
                <a16:creationId xmlns:a16="http://schemas.microsoft.com/office/drawing/2014/main" id="{0ACE6641-4721-4DAC-93AF-7B044A44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14725"/>
            <a:ext cx="942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AEBOT: “A equipe é interna ou terceirizada?”</a:t>
            </a:r>
          </a:p>
        </p:txBody>
      </p:sp>
      <p:sp>
        <p:nvSpPr>
          <p:cNvPr id="21" name="interna">
            <a:extLst xmlns:a="http://schemas.openxmlformats.org/drawingml/2006/main">
              <a:ext uri="{FF2B5EF4-FFF2-40B4-BE49-F238E27FC236}">
                <a16:creationId xmlns:a16="http://schemas.microsoft.com/office/drawing/2014/main" id="{40D4D5B3-9D61-468F-88EB-7D13F8DE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95775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Interna: Não Conforme e geração de retrabalho.</a:t>
            </a:r>
          </a:p>
        </p:txBody>
      </p:sp>
      <p:sp>
        <p:nvSpPr>
          <p:cNvPr id="22" name="terceira">
            <a:extLst xmlns:a="http://schemas.openxmlformats.org/drawingml/2006/main">
              <a:ext uri="{FF2B5EF4-FFF2-40B4-BE49-F238E27FC236}">
                <a16:creationId xmlns:a16="http://schemas.microsoft.com/office/drawing/2014/main" id="{7E048EC3-EE91-458D-87D5-48C4862F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33950"/>
            <a:ext cx="9429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Terceirizada: Reprovado.</a:t>
            </a:r>
          </a:p>
        </p:txBody>
      </p:sp>
      <p:sp>
        <p:nvSpPr>
          <p:cNvPr id="23" name="contexto">
            <a:extLst xmlns:a="http://schemas.openxmlformats.org/drawingml/2006/main">
              <a:ext uri="{FF2B5EF4-FFF2-40B4-BE49-F238E27FC236}">
                <a16:creationId xmlns:a16="http://schemas.microsoft.com/office/drawing/2014/main" id="{4690ABFA-DBCD-48C4-8771-CC0CDD38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149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Exemplo de serviço original. Adicional Executado tem orientação própria.</a:t>
            </a:r>
          </a:p>
        </p:txBody>
      </p:sp>
    </p:spTree>
    <p:extLst>
      <p:ext uri="{BB962C8B-B14F-4D97-AF65-F5344CB8AC3E}">
        <p14:creationId xmlns:p14="http://schemas.microsoft.com/office/powerpoint/2010/main" val="125943789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>
            <a:extLst xmlns:a="http://schemas.openxmlformats.org/drawingml/2006/main">
              <a:ext uri="{FF2B5EF4-FFF2-40B4-BE49-F238E27FC236}">
                <a16:creationId xmlns:a16="http://schemas.microsoft.com/office/drawing/2014/main" id="{673AA999-7031-4107-8AE7-5D29E33D99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c61e5459364ca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Graphic 1">
            <a:extLst xmlns:a="http://schemas.openxmlformats.org/drawingml/2006/main">
              <a:ext uri="{FF2B5EF4-FFF2-40B4-BE49-F238E27FC236}">
                <a16:creationId xmlns:a16="http://schemas.microsoft.com/office/drawing/2014/main" id="{2E5B9462-C0FE-4294-8674-29BDD4CF98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49912d83c44249">
            <a:extLst>
              <a:ext uri="{96DAC541-7B7A-43D3-8B79-37D633B846F1}">
                <asvg:svgBlip xmlns:asvg="http://schemas.microsoft.com/office/drawing/2016/SVG/main" r:embed="R29cf78f3d42d47b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61253" y="6418396"/>
            <a:ext cx="954951" cy="260544"/>
          </a:xfrm>
          <a:prstGeom xmlns:a="http://schemas.openxmlformats.org/drawingml/2006/main" prst="rect">
            <a:avLst/>
          </a:prstGeom>
        </p:spPr>
      </p:pic>
      <p:sp>
        <p:nvSpPr>
          <p:cNvPr id="17" name="CaixaDeTexto 16">
            <a:extLst xmlns:a="http://schemas.openxmlformats.org/drawingml/2006/main">
              <a:ext uri="{FF2B5EF4-FFF2-40B4-BE49-F238E27FC236}">
                <a16:creationId xmlns:a16="http://schemas.microsoft.com/office/drawing/2014/main" id="{2658AB85-F832-39C9-57C9-ECDEBC73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746" y="1287304"/>
            <a:ext cx="10164509" cy="4733258"/>
          </a:xfrm>
          <a:prstGeom xmlns:a="http://schemas.openxmlformats.org/drawingml/2006/main" prst="flowChartAlternateProcess">
            <a:avLst/>
          </a:prstGeom>
          <a:ln xmlns:a="http://schemas.openxmlformats.org/drawingml/2006/main">
            <a:solidFill>
              <a:srgbClr val="070E7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070E73"/>
                </a:solidFill>
              </a:rPr>
              <a:t/>
            </a:r>
          </a:p>
        </p:txBody>
      </p:sp>
      <p:sp>
        <p:nvSpPr>
          <p:cNvPr id="18" name="titulo">
            <a:extLst xmlns:a="http://schemas.openxmlformats.org/drawingml/2006/main">
              <a:ext uri="{FF2B5EF4-FFF2-40B4-BE49-F238E27FC236}">
                <a16:creationId xmlns:a16="http://schemas.microsoft.com/office/drawing/2014/main" id="{4A0DAA48-A250-483A-8431-CA381BC7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8115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Aplicativo local em cada notebook</a:t>
            </a:r>
          </a:p>
        </p:txBody>
      </p:sp>
      <p:sp>
        <p:nvSpPr>
          <p:cNvPr id="19" name="destaque-271">
            <a:extLst xmlns:a="http://schemas.openxmlformats.org/drawingml/2006/main">
              <a:ext uri="{FF2B5EF4-FFF2-40B4-BE49-F238E27FC236}">
                <a16:creationId xmlns:a16="http://schemas.microsoft.com/office/drawing/2014/main" id="{FB2180A3-F433-44D3-8D75-A1FD5DE1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812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Funcionamento offline</a:t>
            </a:r>
          </a:p>
        </p:txBody>
      </p:sp>
      <p:sp>
        <p:nvSpPr>
          <p:cNvPr id="20" name="explicacao-271">
            <a:extLst xmlns:a="http://schemas.openxmlformats.org/drawingml/2006/main">
              <a:ext uri="{FF2B5EF4-FFF2-40B4-BE49-F238E27FC236}">
                <a16:creationId xmlns:a16="http://schemas.microsoft.com/office/drawing/2014/main" id="{A6214A7B-0CBA-46F1-82ED-35C2345D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00375"/>
            <a:ext cx="9477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IA e regras ficam no computador. Sem API key ou cota externa.</a:t>
            </a:r>
          </a:p>
        </p:txBody>
      </p:sp>
      <p:sp>
        <p:nvSpPr>
          <p:cNvPr id="21" name="destaque-403">
            <a:extLst xmlns:a="http://schemas.openxmlformats.org/drawingml/2006/main">
              <a:ext uri="{FF2B5EF4-FFF2-40B4-BE49-F238E27FC236}">
                <a16:creationId xmlns:a16="http://schemas.microsoft.com/office/drawing/2014/main" id="{E77CEBEA-1609-4362-ACEC-4D62B9CB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385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Privacidade no uso</a:t>
            </a:r>
          </a:p>
        </p:txBody>
      </p:sp>
      <p:sp>
        <p:nvSpPr>
          <p:cNvPr id="22" name="explicacao-403">
            <a:extLst xmlns:a="http://schemas.openxmlformats.org/drawingml/2006/main">
              <a:ext uri="{FF2B5EF4-FFF2-40B4-BE49-F238E27FC236}">
                <a16:creationId xmlns:a16="http://schemas.microsoft.com/office/drawing/2014/main" id="{F32CD728-D522-4B9A-A79D-28145D6F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57675"/>
            <a:ext cx="9477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O chat fica na memória. O aplicativo não salva as conversas.</a:t>
            </a:r>
          </a:p>
        </p:txBody>
      </p:sp>
      <p:sp>
        <p:nvSpPr>
          <p:cNvPr id="23" name="feedback">
            <a:extLst xmlns:a="http://schemas.openxmlformats.org/drawingml/2006/main">
              <a:ext uri="{FF2B5EF4-FFF2-40B4-BE49-F238E27FC236}">
                <a16:creationId xmlns:a16="http://schemas.microsoft.com/office/drawing/2014/main" id="{81373441-6579-48D2-AE00-6E9CA070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48275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Métricas locais e feedback voluntário podem ser exportados.</a:t>
            </a:r>
          </a:p>
        </p:txBody>
      </p:sp>
    </p:spTree>
    <p:extLst>
      <p:ext uri="{BB962C8B-B14F-4D97-AF65-F5344CB8AC3E}">
        <p14:creationId xmlns:p14="http://schemas.microsoft.com/office/powerpoint/2010/main" val="125943789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>
            <a:extLst xmlns:a="http://schemas.openxmlformats.org/drawingml/2006/main">
              <a:ext uri="{FF2B5EF4-FFF2-40B4-BE49-F238E27FC236}">
                <a16:creationId xmlns:a16="http://schemas.microsoft.com/office/drawing/2014/main" id="{0C6CE747-48F9-496C-9B0D-2E2C54BA8B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d24ebec2f94f6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19050">
            <a:solidFill>
              <a:schemeClr val="bg1"/>
            </a:solidFill>
          </a:ln>
        </p:spPr>
      </p:pic>
      <p:pic>
        <p:nvPicPr>
          <p:cNvPr id="6" name="Graphic 1">
            <a:extLst xmlns:a="http://schemas.openxmlformats.org/drawingml/2006/main">
              <a:ext uri="{FF2B5EF4-FFF2-40B4-BE49-F238E27FC236}">
                <a16:creationId xmlns:a16="http://schemas.microsoft.com/office/drawing/2014/main" id="{FF40B79B-3E93-4566-A89B-FB69925D57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fd7f363e6842c1">
            <a:extLst>
              <a:ext uri="{96DAC541-7B7A-43D3-8B79-37D633B846F1}">
                <asvg:svgBlip xmlns:asvg="http://schemas.microsoft.com/office/drawing/2016/SVG/main" r:embed="R73e6a087c5434f1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61253" y="6418396"/>
            <a:ext cx="954951" cy="260544"/>
          </a:xfrm>
          <a:prstGeom xmlns:a="http://schemas.openxmlformats.org/drawingml/2006/main" prst="rect">
            <a:avLst/>
          </a:prstGeom>
        </p:spPr>
      </p:pic>
      <p:sp>
        <p:nvSpPr>
          <p:cNvPr id="17" name="CaixaDeTexto 16">
            <a:extLst xmlns:a="http://schemas.openxmlformats.org/drawingml/2006/main">
              <a:ext uri="{FF2B5EF4-FFF2-40B4-BE49-F238E27FC236}">
                <a16:creationId xmlns:a16="http://schemas.microsoft.com/office/drawing/2014/main" id="{E19F5EDC-6D29-204E-9F87-1D02CB8A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01" y="629510"/>
            <a:ext cx="11632998" cy="531999"/>
          </a:xfrm>
          <a:prstGeom xmlns:a="http://schemas.openxmlformats.org/drawingml/2006/main" prst="flowChartAlternateProcess">
            <a:avLst/>
          </a:prstGeom>
          <a:ln xmlns:a="http://schemas.openxmlformats.org/drawingml/2006/main">
            <a:solidFill>
              <a:srgbClr val="070E7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 algn="ctr">
              <a:defRPr sz="315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ctr">
              <a:buNone/>
              <a:defRPr sz="315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O protótipo atual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6D23E0-2C55-44E2-AD24-67E0F23FE1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2e18e2b48e42f9"/>
          <a:stretch xmlns:a="http://schemas.openxmlformats.org/drawingml/2006/main"/>
        </p:blipFill>
        <p:spPr>
          <a:xfrm xmlns:a="http://schemas.openxmlformats.org/drawingml/2006/main">
            <a:off x="6648450" y="1428795"/>
            <a:ext cx="4724400" cy="4819560"/>
          </a:xfrm>
          <a:prstGeom xmlns:a="http://schemas.openxmlformats.org/drawingml/2006/main" prst="rect">
            <a:avLst/>
          </a:prstGeom>
        </p:spPr>
      </p:pic>
      <p:sp>
        <p:nvSpPr>
          <p:cNvPr id="19" name="foco">
            <a:extLst xmlns:a="http://schemas.openxmlformats.org/drawingml/2006/main">
              <a:ext uri="{FF2B5EF4-FFF2-40B4-BE49-F238E27FC236}">
                <a16:creationId xmlns:a16="http://schemas.microsoft.com/office/drawing/2014/main" id="{EB3BFB9C-7F0D-434D-9FF0-B52EA9EE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0225"/>
            <a:ext cx="54292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Foco de demonstração</a:t>
            </a:r>
          </a:p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Repavimentação Asfalto</a:t>
            </a:r>
          </a:p>
        </p:txBody>
      </p:sp>
      <p:sp>
        <p:nvSpPr>
          <p:cNvPr id="20" name="faixas">
            <a:extLst xmlns:a="http://schemas.openxmlformats.org/drawingml/2006/main">
              <a:ext uri="{FF2B5EF4-FFF2-40B4-BE49-F238E27FC236}">
                <a16:creationId xmlns:a16="http://schemas.microsoft.com/office/drawing/2014/main" id="{C0453A34-6344-4159-A2E6-C6E31C34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5286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Até 1 m² e acima de 1 m²</a:t>
            </a:r>
          </a:p>
        </p:txBody>
      </p:sp>
      <p:sp>
        <p:nvSpPr>
          <p:cNvPr id="21" name="versao">
            <a:extLst xmlns:a="http://schemas.openxmlformats.org/drawingml/2006/main">
              <a:ext uri="{FF2B5EF4-FFF2-40B4-BE49-F238E27FC236}">
                <a16:creationId xmlns:a16="http://schemas.microsoft.com/office/drawing/2014/main" id="{098B151F-AB30-4832-B0D7-21731013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05275"/>
            <a:ext cx="5238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Aplicativo 2.22.1</a:t>
            </a:r>
          </a:p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Base de regras 2.15.3</a:t>
            </a:r>
          </a:p>
        </p:txBody>
      </p:sp>
      <p:sp>
        <p:nvSpPr>
          <p:cNvPr id="22" name="estado">
            <a:extLst xmlns:a="http://schemas.openxmlformats.org/drawingml/2006/main">
              <a:ext uri="{FF2B5EF4-FFF2-40B4-BE49-F238E27FC236}">
                <a16:creationId xmlns:a16="http://schemas.microsoft.com/office/drawing/2014/main" id="{4A31567A-428E-4AFF-823B-65987DCD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72100"/>
            <a:ext cx="561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Protótipo em validação</a:t>
            </a:r>
          </a:p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Cobertura do catálogo ainda parcial</a:t>
            </a:r>
          </a:p>
        </p:txBody>
      </p:sp>
    </p:spTree>
    <p:extLst>
      <p:ext uri="{BB962C8B-B14F-4D97-AF65-F5344CB8AC3E}">
        <p14:creationId xmlns:p14="http://schemas.microsoft.com/office/powerpoint/2010/main" val="359011763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>
            <a:extLst xmlns:a="http://schemas.openxmlformats.org/drawingml/2006/main">
              <a:ext uri="{FF2B5EF4-FFF2-40B4-BE49-F238E27FC236}">
                <a16:creationId xmlns:a16="http://schemas.microsoft.com/office/drawing/2014/main" id="{673AA999-7031-4107-8AE7-5D29E33D99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a89529c7704b7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Graphic 1">
            <a:extLst xmlns:a="http://schemas.openxmlformats.org/drawingml/2006/main">
              <a:ext uri="{FF2B5EF4-FFF2-40B4-BE49-F238E27FC236}">
                <a16:creationId xmlns:a16="http://schemas.microsoft.com/office/drawing/2014/main" id="{2E5B9462-C0FE-4294-8674-29BDD4CF98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60f97b05114557">
            <a:extLst>
              <a:ext uri="{96DAC541-7B7A-43D3-8B79-37D633B846F1}">
                <asvg:svgBlip xmlns:asvg="http://schemas.microsoft.com/office/drawing/2016/SVG/main" r:embed="Rfffa189d753f458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61253" y="6418396"/>
            <a:ext cx="954951" cy="260544"/>
          </a:xfrm>
          <a:prstGeom xmlns:a="http://schemas.openxmlformats.org/drawingml/2006/main" prst="rect">
            <a:avLst/>
          </a:prstGeom>
        </p:spPr>
      </p:pic>
      <p:sp>
        <p:nvSpPr>
          <p:cNvPr id="17" name="CaixaDeTexto 16">
            <a:extLst xmlns:a="http://schemas.openxmlformats.org/drawingml/2006/main">
              <a:ext uri="{FF2B5EF4-FFF2-40B4-BE49-F238E27FC236}">
                <a16:creationId xmlns:a16="http://schemas.microsoft.com/office/drawing/2014/main" id="{2658AB85-F832-39C9-57C9-ECDEBC73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746" y="1287304"/>
            <a:ext cx="10164509" cy="4733258"/>
          </a:xfrm>
          <a:prstGeom xmlns:a="http://schemas.openxmlformats.org/drawingml/2006/main" prst="flowChartAlternateProcess">
            <a:avLst/>
          </a:prstGeom>
          <a:ln xmlns:a="http://schemas.openxmlformats.org/drawingml/2006/main">
            <a:solidFill>
              <a:srgbClr val="070E7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070E73"/>
                </a:solidFill>
              </a:rPr>
              <a:t/>
            </a:r>
          </a:p>
        </p:txBody>
      </p:sp>
      <p:sp>
        <p:nvSpPr>
          <p:cNvPr id="18" name="titulo">
            <a:extLst xmlns:a="http://schemas.openxmlformats.org/drawingml/2006/main">
              <a:ext uri="{FF2B5EF4-FFF2-40B4-BE49-F238E27FC236}">
                <a16:creationId xmlns:a16="http://schemas.microsoft.com/office/drawing/2014/main" id="{F447BEA5-9DC6-4903-A097-91F9ABD5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8115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Validação atual e limites</a:t>
            </a:r>
          </a:p>
        </p:txBody>
      </p:sp>
      <p:sp>
        <p:nvSpPr>
          <p:cNvPr id="19" name="resultado">
            <a:extLst xmlns:a="http://schemas.openxmlformats.org/drawingml/2006/main">
              <a:ext uri="{FF2B5EF4-FFF2-40B4-BE49-F238E27FC236}">
                <a16:creationId xmlns:a16="http://schemas.microsoft.com/office/drawing/2014/main" id="{C1DC7456-2C10-41BD-ABEE-6702FCE9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52700"/>
            <a:ext cx="94773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51 de 51 casos passaram</a:t>
            </a:r>
          </a:p>
        </p:txBody>
      </p:sp>
      <p:sp>
        <p:nvSpPr>
          <p:cNvPr id="20" name="amostra">
            <a:extLst xmlns:a="http://schemas.openxmlformats.org/drawingml/2006/main">
              <a:ext uri="{FF2B5EF4-FFF2-40B4-BE49-F238E27FC236}">
                <a16:creationId xmlns:a16="http://schemas.microsoft.com/office/drawing/2014/main" id="{D1A6E554-46B1-4EFB-B4C2-CE1E1AD4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71850"/>
            <a:ext cx="94773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Corpus sintético de Asfalto, com conferência das regras.</a:t>
            </a:r>
          </a:p>
          <a:p xmlns:a="http://schemas.openxmlformats.org/drawingml/2006/main">
            <a:pPr algn="l">
              <a:defRPr sz="217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19 casos utilizaram IA. Os demais usaram o motor direto.</a:t>
            </a:r>
          </a:p>
        </p:txBody>
      </p:sp>
      <p:sp>
        <p:nvSpPr>
          <p:cNvPr id="21" name="tempo">
            <a:extLst xmlns:a="http://schemas.openxmlformats.org/drawingml/2006/main">
              <a:ext uri="{FF2B5EF4-FFF2-40B4-BE49-F238E27FC236}">
                <a16:creationId xmlns:a16="http://schemas.microsoft.com/office/drawing/2014/main" id="{BD904D9C-9A8B-4161-9C03-0AF2A64A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95800"/>
            <a:ext cx="9477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A latência ainda é o principal ponto de atenção.</a:t>
            </a:r>
          </a:p>
        </p:txBody>
      </p:sp>
      <p:sp>
        <p:nvSpPr>
          <p:cNvPr id="22" name="tempos">
            <a:extLst xmlns:a="http://schemas.openxmlformats.org/drawingml/2006/main">
              <a:ext uri="{FF2B5EF4-FFF2-40B4-BE49-F238E27FC236}">
                <a16:creationId xmlns:a16="http://schemas.microsoft.com/office/drawing/2014/main" id="{5AFE4B4E-7C12-42E3-951F-3D5BDAD3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38725"/>
            <a:ext cx="9477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Mediana com IA: 17,7 s. No teste do EXE, uma análise levou 2 min 12 s.</a:t>
            </a:r>
          </a:p>
          <a:p xmlns:a="http://schemas.openxmlformats.org/drawingml/2006/main">
            <a:pPr algn="l">
              <a:defRPr sz="1875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Medições no PC de desenvolvimento. Latitude ainda não medido.</a:t>
            </a:r>
          </a:p>
        </p:txBody>
      </p:sp>
    </p:spTree>
    <p:extLst>
      <p:ext uri="{BB962C8B-B14F-4D97-AF65-F5344CB8AC3E}">
        <p14:creationId xmlns:p14="http://schemas.microsoft.com/office/powerpoint/2010/main" val="125943789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>
            <a:extLst xmlns:a="http://schemas.openxmlformats.org/drawingml/2006/main">
              <a:ext uri="{FF2B5EF4-FFF2-40B4-BE49-F238E27FC236}">
                <a16:creationId xmlns:a16="http://schemas.microsoft.com/office/drawing/2014/main" id="{673AA999-7031-4107-8AE7-5D29E33D99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169f01aad04ae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Graphic 1">
            <a:extLst xmlns:a="http://schemas.openxmlformats.org/drawingml/2006/main">
              <a:ext uri="{FF2B5EF4-FFF2-40B4-BE49-F238E27FC236}">
                <a16:creationId xmlns:a16="http://schemas.microsoft.com/office/drawing/2014/main" id="{2E5B9462-C0FE-4294-8674-29BDD4CF98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8177b3192042c9">
            <a:extLst>
              <a:ext uri="{96DAC541-7B7A-43D3-8B79-37D633B846F1}">
                <asvg:svgBlip xmlns:asvg="http://schemas.microsoft.com/office/drawing/2016/SVG/main" r:embed="R6b70d276d54e414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61253" y="6418396"/>
            <a:ext cx="954951" cy="260544"/>
          </a:xfrm>
          <a:prstGeom xmlns:a="http://schemas.openxmlformats.org/drawingml/2006/main" prst="rect">
            <a:avLst/>
          </a:prstGeom>
        </p:spPr>
      </p:pic>
      <p:sp>
        <p:nvSpPr>
          <p:cNvPr id="17" name="CaixaDeTexto 16">
            <a:extLst xmlns:a="http://schemas.openxmlformats.org/drawingml/2006/main">
              <a:ext uri="{FF2B5EF4-FFF2-40B4-BE49-F238E27FC236}">
                <a16:creationId xmlns:a16="http://schemas.microsoft.com/office/drawing/2014/main" id="{2658AB85-F832-39C9-57C9-ECDEBC73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746" y="1287304"/>
            <a:ext cx="10164509" cy="4733258"/>
          </a:xfrm>
          <a:prstGeom xmlns:a="http://schemas.openxmlformats.org/drawingml/2006/main" prst="flowChartAlternateProcess">
            <a:avLst/>
          </a:prstGeom>
          <a:ln xmlns:a="http://schemas.openxmlformats.org/drawingml/2006/main">
            <a:solidFill>
              <a:srgbClr val="070E7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070E73"/>
                </a:solidFill>
              </a:rPr>
              <a:t/>
            </a:r>
          </a:p>
        </p:txBody>
      </p:sp>
      <p:sp>
        <p:nvSpPr>
          <p:cNvPr id="18" name="titulo">
            <a:extLst xmlns:a="http://schemas.openxmlformats.org/drawingml/2006/main">
              <a:ext uri="{FF2B5EF4-FFF2-40B4-BE49-F238E27FC236}">
                <a16:creationId xmlns:a16="http://schemas.microsoft.com/office/drawing/2014/main" id="{083F257D-CD28-440B-AB60-D9FF60F3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8115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Piloto supervisionado</a:t>
            </a:r>
          </a:p>
        </p:txBody>
      </p:sp>
      <p:sp>
        <p:nvSpPr>
          <p:cNvPr id="19" name="destaque-271">
            <a:extLst xmlns:a="http://schemas.openxmlformats.org/drawingml/2006/main">
              <a:ext uri="{FF2B5EF4-FFF2-40B4-BE49-F238E27FC236}">
                <a16:creationId xmlns:a16="http://schemas.microsoft.com/office/drawing/2014/main" id="{7927423A-29B1-4B0B-8ADF-0E9B3765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812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Primeiro: medir no Latitude com 16 GB de RAM</a:t>
            </a:r>
          </a:p>
        </p:txBody>
      </p:sp>
      <p:sp>
        <p:nvSpPr>
          <p:cNvPr id="20" name="explicacao-271">
            <a:extLst xmlns:a="http://schemas.openxmlformats.org/drawingml/2006/main">
              <a:ext uri="{FF2B5EF4-FFF2-40B4-BE49-F238E27FC236}">
                <a16:creationId xmlns:a16="http://schemas.microsoft.com/office/drawing/2014/main" id="{ACB905E3-B3E4-4338-BFF3-A6FB02F8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00375"/>
            <a:ext cx="9477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Conferir abertura, primeira resposta e análises seguintes.</a:t>
            </a:r>
          </a:p>
        </p:txBody>
      </p:sp>
      <p:sp>
        <p:nvSpPr>
          <p:cNvPr id="21" name="destaque-403">
            <a:extLst xmlns:a="http://schemas.openxmlformats.org/drawingml/2006/main">
              <a:ext uri="{FF2B5EF4-FFF2-40B4-BE49-F238E27FC236}">
                <a16:creationId xmlns:a16="http://schemas.microsoft.com/office/drawing/2014/main" id="{CFCD2D88-E070-4535-B5E9-85C670DC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385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Depois: testar com 5 a 10 analistas</a:t>
            </a:r>
          </a:p>
        </p:txBody>
      </p:sp>
      <p:sp>
        <p:nvSpPr>
          <p:cNvPr id="22" name="explicacao-403">
            <a:extLst xmlns:a="http://schemas.openxmlformats.org/drawingml/2006/main">
              <a:ext uri="{FF2B5EF4-FFF2-40B4-BE49-F238E27FC236}">
                <a16:creationId xmlns:a16="http://schemas.microsoft.com/office/drawing/2014/main" id="{910155FF-6C9D-4DCD-B541-D1159E5A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57675"/>
            <a:ext cx="9477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Comparar recomendações com o responsável e recolher feedback.</a:t>
            </a:r>
          </a:p>
        </p:txBody>
      </p:sp>
      <p:sp>
        <p:nvSpPr>
          <p:cNvPr id="23" name="ampliacao">
            <a:extLst xmlns:a="http://schemas.openxmlformats.org/drawingml/2006/main">
              <a:ext uri="{FF2B5EF4-FFF2-40B4-BE49-F238E27FC236}">
                <a16:creationId xmlns:a16="http://schemas.microsoft.com/office/drawing/2014/main" id="{85B9B61E-EC05-4953-9A6E-12106062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48275"/>
            <a:ext cx="942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Ampliação só após validar qualidade, velocidade e distribuição.</a:t>
            </a:r>
          </a:p>
        </p:txBody>
      </p:sp>
    </p:spTree>
    <p:extLst>
      <p:ext uri="{BB962C8B-B14F-4D97-AF65-F5344CB8AC3E}">
        <p14:creationId xmlns:p14="http://schemas.microsoft.com/office/powerpoint/2010/main" val="125943789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>
            <a:extLst xmlns:a="http://schemas.openxmlformats.org/drawingml/2006/main">
              <a:ext uri="{FF2B5EF4-FFF2-40B4-BE49-F238E27FC236}">
                <a16:creationId xmlns:a16="http://schemas.microsoft.com/office/drawing/2014/main" id="{673AA999-7031-4107-8AE7-5D29E33D99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a3435053ef414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Graphic 1">
            <a:extLst xmlns:a="http://schemas.openxmlformats.org/drawingml/2006/main">
              <a:ext uri="{FF2B5EF4-FFF2-40B4-BE49-F238E27FC236}">
                <a16:creationId xmlns:a16="http://schemas.microsoft.com/office/drawing/2014/main" id="{2E5B9462-C0FE-4294-8674-29BDD4CF98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77537ffd694e21">
            <a:extLst>
              <a:ext uri="{96DAC541-7B7A-43D3-8B79-37D633B846F1}">
                <asvg:svgBlip xmlns:asvg="http://schemas.microsoft.com/office/drawing/2016/SVG/main" r:embed="Ra63da1defc46438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61253" y="6418396"/>
            <a:ext cx="954951" cy="260544"/>
          </a:xfrm>
          <a:prstGeom xmlns:a="http://schemas.openxmlformats.org/drawingml/2006/main" prst="rect">
            <a:avLst/>
          </a:prstGeom>
        </p:spPr>
      </p:pic>
      <p:sp>
        <p:nvSpPr>
          <p:cNvPr id="17" name="CaixaDeTexto 16">
            <a:extLst xmlns:a="http://schemas.openxmlformats.org/drawingml/2006/main">
              <a:ext uri="{FF2B5EF4-FFF2-40B4-BE49-F238E27FC236}">
                <a16:creationId xmlns:a16="http://schemas.microsoft.com/office/drawing/2014/main" id="{2658AB85-F832-39C9-57C9-ECDEBC73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746" y="1287304"/>
            <a:ext cx="10164509" cy="4733258"/>
          </a:xfrm>
          <a:prstGeom xmlns:a="http://schemas.openxmlformats.org/drawingml/2006/main" prst="flowChartAlternateProcess">
            <a:avLst/>
          </a:prstGeom>
          <a:ln xmlns:a="http://schemas.openxmlformats.org/drawingml/2006/main">
            <a:solidFill>
              <a:srgbClr val="070E7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070E73"/>
                </a:solidFill>
              </a:rPr>
              <a:t/>
            </a:r>
          </a:p>
        </p:txBody>
      </p:sp>
      <p:sp>
        <p:nvSpPr>
          <p:cNvPr id="18" name="titulo">
            <a:extLst xmlns:a="http://schemas.openxmlformats.org/drawingml/2006/main">
              <a:ext uri="{FF2B5EF4-FFF2-40B4-BE49-F238E27FC236}">
                <a16:creationId xmlns:a16="http://schemas.microsoft.com/office/drawing/2014/main" id="{04F33622-0921-46D4-9030-973E5B13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8115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Demonstração no Latitude</a:t>
            </a:r>
          </a:p>
        </p:txBody>
      </p:sp>
      <p:sp>
        <p:nvSpPr>
          <p:cNvPr id="19" name="demo1">
            <a:extLst xmlns:a="http://schemas.openxmlformats.org/drawingml/2006/main">
              <a:ext uri="{FF2B5EF4-FFF2-40B4-BE49-F238E27FC236}">
                <a16:creationId xmlns:a16="http://schemas.microsoft.com/office/drawing/2014/main" id="{5104E6CD-9593-4517-A430-D13D01E2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38425"/>
            <a:ext cx="94773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1. Abrir o AEBOT e selecionar Repavimentação Asfalto.</a:t>
            </a:r>
          </a:p>
        </p:txBody>
      </p:sp>
      <p:sp>
        <p:nvSpPr>
          <p:cNvPr id="20" name="demo2">
            <a:extLst xmlns:a="http://schemas.openxmlformats.org/drawingml/2006/main">
              <a:ext uri="{FF2B5EF4-FFF2-40B4-BE49-F238E27FC236}">
                <a16:creationId xmlns:a16="http://schemas.microsoft.com/office/drawing/2014/main" id="{B6B46ACE-6B0B-4844-9723-A681C7A2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76625"/>
            <a:ext cx="9477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2. Testar “Sem foto depois” e conferir a regra.</a:t>
            </a:r>
          </a:p>
        </p:txBody>
      </p:sp>
      <p:sp>
        <p:nvSpPr>
          <p:cNvPr id="21" name="demo3">
            <a:extLst xmlns:a="http://schemas.openxmlformats.org/drawingml/2006/main">
              <a:ext uri="{FF2B5EF4-FFF2-40B4-BE49-F238E27FC236}">
                <a16:creationId xmlns:a16="http://schemas.microsoft.com/office/drawing/2014/main" id="{30AE7BBD-4094-49E8-AE9E-CB2BF72B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57675"/>
            <a:ext cx="9477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070E73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70E73"/>
                </a:solidFill>
                <a:latin typeface="Aptos"/>
                <a:ea typeface="Aptos"/>
                <a:cs typeface="Aptos"/>
              </a:rPr>
              <a:t>3. Iniciar novo caso e testar a falta de aferição.</a:t>
            </a:r>
          </a:p>
        </p:txBody>
      </p:sp>
      <p:sp>
        <p:nvSpPr>
          <p:cNvPr id="22" name="credito">
            <a:extLst xmlns:a="http://schemas.openxmlformats.org/drawingml/2006/main">
              <a:ext uri="{FF2B5EF4-FFF2-40B4-BE49-F238E27FC236}">
                <a16:creationId xmlns:a16="http://schemas.microsoft.com/office/drawing/2014/main" id="{6A4DBE01-3963-464B-B6CE-D46AA98F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53050"/>
            <a:ext cx="9429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70E73"/>
                </a:solidFill>
                <a:latin typeface="Aptos Display"/>
                <a:ea typeface="Aptos Display"/>
                <a:cs typeface="Aptos Display"/>
              </a:rPr>
              <a:t>Projeto idealizado e desenvolvido por Pedro Lucas Botelho</a:t>
            </a:r>
          </a:p>
        </p:txBody>
      </p:sp>
    </p:spTree>
    <p:extLst>
      <p:ext uri="{BB962C8B-B14F-4D97-AF65-F5344CB8AC3E}">
        <p14:creationId xmlns:p14="http://schemas.microsoft.com/office/powerpoint/2010/main" val="1259437899"/>
      </p:ext>
    </p:extLst>
  </p:cSld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2026-10-09T00:58:44.6570000Z</dcterms:created>
  <dcterms:modified xsi:type="dcterms:W3CDTF">2026-10-09T00:58:44.6570000Z</dcterms:modified>
</coreProperties>
</file>