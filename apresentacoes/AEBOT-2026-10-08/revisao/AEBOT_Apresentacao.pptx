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16bef2b3c84d83" /><Relationship Type="http://schemas.openxmlformats.org/officeDocument/2006/relationships/extended-properties" Target="/docProps/app.xml" Id="R31615d20986f4662" /><Relationship Type="http://schemas.openxmlformats.org/officeDocument/2006/relationships/officeDocument" Target="/ppt/presentation.xml" Id="Rf8ddfa470c374c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31a0e4f3014627"/>
  </p:sldMasterIdLst>
  <p:notesMasterIdLst>
    <p:notesMasterId xmlns:r="http://schemas.openxmlformats.org/officeDocument/2006/relationships" r:id="Rb1b496405dd74e8e"/>
  </p:notesMasterIdLst>
  <p:sldIdLst>
    <p:sldId xmlns:r="http://schemas.openxmlformats.org/officeDocument/2006/relationships" id="256" r:id="R9ad7f1199fd84b58"/>
    <p:sldId xmlns:r="http://schemas.openxmlformats.org/officeDocument/2006/relationships" id="257" r:id="R52d1611b6c3d4223"/>
    <p:sldId xmlns:r="http://schemas.openxmlformats.org/officeDocument/2006/relationships" id="258" r:id="Rb77cbcc56f2b4f80"/>
    <p:sldId xmlns:r="http://schemas.openxmlformats.org/officeDocument/2006/relationships" id="259" r:id="R22976a8aea394be0"/>
    <p:sldId xmlns:r="http://schemas.openxmlformats.org/officeDocument/2006/relationships" id="260" r:id="R3886bfd09bf74345"/>
    <p:sldId xmlns:r="http://schemas.openxmlformats.org/officeDocument/2006/relationships" id="261" r:id="Rad91956ca7af4059"/>
    <p:sldId xmlns:r="http://schemas.openxmlformats.org/officeDocument/2006/relationships" id="262" r:id="Rcd74fee2cb674537"/>
    <p:sldId xmlns:r="http://schemas.openxmlformats.org/officeDocument/2006/relationships" id="263" r:id="Rf0ce36acb24e467d"/>
    <p:sldId xmlns:r="http://schemas.openxmlformats.org/officeDocument/2006/relationships" id="264" r:id="R803c5577a6984ba3"/>
    <p:sldId xmlns:r="http://schemas.openxmlformats.org/officeDocument/2006/relationships" id="265" r:id="R7cdb83096eb34430"/>
    <p:sldId xmlns:r="http://schemas.openxmlformats.org/officeDocument/2006/relationships" id="266" r:id="R14b9c773cc934dc9"/>
    <p:sldId xmlns:r="http://schemas.openxmlformats.org/officeDocument/2006/relationships" id="267" r:id="Rac21b32e8747464b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29fb115dd1444f" /><Relationship Type="http://schemas.openxmlformats.org/officeDocument/2006/relationships/slideMaster" Target="/ppt/slideMasters/slideMaster1.xml" Id="R2431a0e4f3014627" /><Relationship Type="http://schemas.openxmlformats.org/officeDocument/2006/relationships/notesMaster" Target="/ppt/notesMasters/notesMaster1.xml" Id="Rb1b496405dd74e8e" /><Relationship Type="http://schemas.openxmlformats.org/officeDocument/2006/relationships/presProps" Target="/ppt/presProps.xml" Id="R41698071756043cb" /><Relationship Type="http://schemas.openxmlformats.org/officeDocument/2006/relationships/viewProps" Target="/ppt/viewProps.xml" Id="Rc4ac516dcb804e98" /><Relationship Type="http://schemas.openxmlformats.org/officeDocument/2006/relationships/tableStyles" Target="/ppt/tableStyles.xml" Id="Ra2c22d895e9f4ddc" /><Relationship Type="http://schemas.openxmlformats.org/officeDocument/2006/relationships/slide" Target="/ppt/slides/slide1.xml" Id="R9ad7f1199fd84b58" /><Relationship Type="http://schemas.openxmlformats.org/officeDocument/2006/relationships/slide" Target="/ppt/slides/slide2.xml" Id="R52d1611b6c3d4223" /><Relationship Type="http://schemas.openxmlformats.org/officeDocument/2006/relationships/slide" Target="/ppt/slides/slide3.xml" Id="Rb77cbcc56f2b4f80" /><Relationship Type="http://schemas.openxmlformats.org/officeDocument/2006/relationships/slide" Target="/ppt/slides/slide4.xml" Id="R22976a8aea394be0" /><Relationship Type="http://schemas.openxmlformats.org/officeDocument/2006/relationships/slide" Target="/ppt/slides/slide5.xml" Id="R3886bfd09bf74345" /><Relationship Type="http://schemas.openxmlformats.org/officeDocument/2006/relationships/slide" Target="/ppt/slides/slide6.xml" Id="Rad91956ca7af4059" /><Relationship Type="http://schemas.openxmlformats.org/officeDocument/2006/relationships/slide" Target="/ppt/slides/slide7.xml" Id="Rcd74fee2cb674537" /><Relationship Type="http://schemas.openxmlformats.org/officeDocument/2006/relationships/slide" Target="/ppt/slides/slide8.xml" Id="Rf0ce36acb24e467d" /><Relationship Type="http://schemas.openxmlformats.org/officeDocument/2006/relationships/slide" Target="/ppt/slides/slide9.xml" Id="R803c5577a6984ba3" /><Relationship Type="http://schemas.openxmlformats.org/officeDocument/2006/relationships/slide" Target="/ppt/slides/slide10.xml" Id="R7cdb83096eb34430" /><Relationship Type="http://schemas.openxmlformats.org/officeDocument/2006/relationships/slide" Target="/ppt/slides/slide11.xml" Id="R14b9c773cc934dc9" /><Relationship Type="http://schemas.openxmlformats.org/officeDocument/2006/relationships/slide" Target="/ppt/slides/slide12.xml" Id="Rac21b32e874746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5ab931aed54c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ddd2c1a2254a20" /><Relationship Type="http://schemas.openxmlformats.org/officeDocument/2006/relationships/notesMaster" Target="/ppt/notesMasters/notesMaster1.xml" Id="Rb5feb4c9c88648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5ab6f1af334b9d" /><Relationship Type="http://schemas.openxmlformats.org/officeDocument/2006/relationships/notesMaster" Target="/ppt/notesMasters/notesMaster1.xml" Id="Reee1ee1e95a14c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9295c6b85b4332" /><Relationship Type="http://schemas.openxmlformats.org/officeDocument/2006/relationships/notesMaster" Target="/ppt/notesMasters/notesMaster1.xml" Id="Rbc5476f271ed4f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a84a89cb4d4c73" /><Relationship Type="http://schemas.openxmlformats.org/officeDocument/2006/relationships/notesMaster" Target="/ppt/notesMasters/notesMaster1.xml" Id="Rcfaf47f59bb748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0e04be21804656" /><Relationship Type="http://schemas.openxmlformats.org/officeDocument/2006/relationships/notesMaster" Target="/ppt/notesMasters/notesMaster1.xml" Id="R038de11d3c9245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9906e3d049410d" /><Relationship Type="http://schemas.openxmlformats.org/officeDocument/2006/relationships/notesMaster" Target="/ppt/notesMasters/notesMaster1.xml" Id="R900cd645e6b04a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dc35aa32284653" /><Relationship Type="http://schemas.openxmlformats.org/officeDocument/2006/relationships/notesMaster" Target="/ppt/notesMasters/notesMaster1.xml" Id="Rc280fa428b0343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97a8935c6c4c56" /><Relationship Type="http://schemas.openxmlformats.org/officeDocument/2006/relationships/notesMaster" Target="/ppt/notesMasters/notesMaster1.xml" Id="R4ca0d08808be4ec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e8a73f34f84eb1" /><Relationship Type="http://schemas.openxmlformats.org/officeDocument/2006/relationships/notesMaster" Target="/ppt/notesMasters/notesMaster1.xml" Id="Rafbf2e5f3db94f5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eab73ade250480b" /><Relationship Type="http://schemas.openxmlformats.org/officeDocument/2006/relationships/notesMaster" Target="/ppt/notesMasters/notesMaster1.xml" Id="R00954e8417fc42f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a23e5cef9ad4e89" /><Relationship Type="http://schemas.openxmlformats.org/officeDocument/2006/relationships/notesMaster" Target="/ppt/notesMasters/notesMaster1.xml" Id="Rf0a7e68945954b9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bd1619872704f42" /><Relationship Type="http://schemas.openxmlformats.org/officeDocument/2006/relationships/notesMaster" Target="/ppt/notesMasters/notesMaster1.xml" Id="R3df49899b6144f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Eu criei o AEBOT para ajudar nas dúvidas que aparecem quando analisamos uma OS. A ideia é ter um lugar para descrever o caso, consultar as regras e receber uma orientação direta. Vou mostrar como ele funciona e depois abrir o aplicativo.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 internas: README.md, AGENTS.md e documentação do desktop. Projeto em 08/10/2026.</a:t>
            </a:r>
          </a:p>
          <a:p xmlns:a="http://schemas.openxmlformats.org/drawingml/2006/main">
            <a:r>
              <a:t>Referência visual: Treinamento Implantação de Ligação Qualidade.pptx, fornecido para esta apresentação.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 nossa rotina, um detalhe pode mudar a conclusão da análise. Às vezes é uma foto que falta, um desdobro que precisa ser corrigido ou uma dúvida sobre o serviço executado. Foi pensando nisso que comecei o AEBOT. Os números deste slide são da nossa operação.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contexto operacional informado por Pedro Lucas Botelho, cerca de 40 analistas e pouco mais de 3.000 OS por dia.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uso é simples: escolho o serviço e conto o que encontrei na OS. Posso escrever do meu jeito e continuar a conversa. O AEBOT ajuda a consultar as regras, mas a conferência das fotos e o registro da conclusão continuam com o analista. Ele não acessa nem altera a 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 internas: README.md, AGENTS.md e documentação do desktop. Projeto em 08/10/2026.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IA ajuda a interpretar o que foi escrito, inclusive quando a dúvida vem de forma informal. A conclusão é conferida pelas regras do serviço. Se faltar um detalhe que mude a orientação, ele precisa perguntar. A ideia é responder em poucas linhas, sem complicar a consulta.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 internas: README.md, AGENTS.md e documentação do desktop. Projeto em 08/10/2026.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 conclusões continuam sendo as mesmas que usamos: Conforme, Não Conforme e Reprovado. O AEBOT explica por que está recomendando uma delas. Se não houver informação ou regra suficiente, ele deve dizer o que falta, sem aprovar por padrão.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src/data/rulesStore.json, versão 2.15.3.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Aqui estão três situações diferentes de Repavimentação Asfalto. A falta apenas da foto antes gera Não Conforme. A falta da foto depois gera Reprovado. Se faltam as fotos antes e durante, a regra considera a combinação dessas ausências. Cada linha é um caso separado, sem outras falhas relatadas.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src/data/rulesStore.json, versão 2.15.3.</a:t>
            </a:r>
          </a:p>
          <a:p xmlns:a="http://schemas.openxmlformats.org/drawingml/2006/main">
            <a:r>
              <a:t>Regras: RULE-ASF-FOTO-ANTES-01, RULE-ASF-FOTO-DEPOIS-01 e RULE-ASF-FOTOS-COMBINADAS-01.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Neste exemplo, a repavimentação é o serviço original da OS e está sem aferição da vala. A orientação muda conforme o tipo de equipe, então o AEBOT precisa perguntar. Se eu responder interna, a indicação é Não Conforme com geração de retrabalho. Se for terceirizada, é Reprovado. Quando o serviço está no Adicional Executado, existem orientações próprias na base.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src/data/rulesStore.json, versão 2.15.3.</a:t>
            </a:r>
          </a:p>
          <a:p xmlns:a="http://schemas.openxmlformats.org/drawingml/2006/main">
            <a:r>
              <a:t>Regras: RULE-PAV-AFERICAO-CONTEXTO-01, RULE-PAV-AFERICAO-INTERNA-01 e RULE-PAV-AFERICAO-TERCEIRA-01.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versão atual roda no próprio notebook. Depois de instalar o pacote completo, não depende de internet ou de uma chave de API para analisar os relatos. O aplicativo não salva as conversas. Feedbacks e métricas ficam no computador e só saem quando são exportados.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 internas: README.md, AGENTS.md e documentação do desktop. Projeto em 08/10/2026.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Essa é a tela atual do AEBOT. Estou concentrando os ajustes em Repavimentação Asfalto, nas faixas até 1 m² e acima de 1 m². Outros serviços já estão cadastrados, mas ainda estou trabalhando na cobertura da base. Vou mostrar o chat funcionando na demonstração.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Captura: desktop-release/desktop-preview.png. Cadastro dos serviços: src/data/rulesStore.json.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base reúne as regras que usamos para analisar os serviços, junto com os procedimentos e as orientações de apoio. Também inclui Troca de Serviço, Adicional Executado e Adicional Posterior. Posso acrescentar novas regras e corrigir as existentes conforme forem surgindo necessidades. Os procedimentos ajudam na orientação, mas não criam uma conclusão oficial sozinhos.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src/data/rulesStore.json, versão 2.15.3.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Agora estou trabalhando para melhorar a interpretação dos relatos e deixar as respostas mais úteis e rápidas. Quero continuar testando situações da nossa análise, principalmente quando o caso tem mais de um detalhe. Esses testes também ajudam a identificar regras que precisam ser ajustadas ou acrescentadas.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 internas: README.md, AGENTS.md e documentação do desktop. Projeto em 08/10/2026.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Agora vou abrir o AEBOT e mostrar uma consulta. Escolho Repavimentação Asfalto, descrevo uma situação e confiro a orientação. Depois começo outro caso para mostrar uma dúvida em que ele precisa fazer uma pergunta. A intenção é mostrar como a conversa pode ajudar durante a análise.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 internas: README.md, AGENTS.md e documentação do desktop. Projeto em 08/10/2026.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a25df4469743d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d3ea33d9f7442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4fd50fa1234e3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90eb02cc9a403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c8aee4dc144a6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6139bab09c4d6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617ac85190435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c0ded05eef493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17d557939a4d4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66a48653b148f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12fd86f9a34696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a517b10d2b4f4c" /><Relationship Type="http://schemas.openxmlformats.org/officeDocument/2006/relationships/image" Target="/ppt/media/image.png" Id="R3883e86ff6df4258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f7dee353b74008" /></Relationships>
</file>

<file path=ppt/slideLayouts/slideLayout1.xml><?xml version="1.0" encoding="utf-8"?>
<p:sldLayout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690126CF-7274-5D18-8FAF-8C1B6B5D3E7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3" name="Subtítulo 2">
            <a:extLst xmlns:a="http://schemas.openxmlformats.org/drawingml/2006/main">
              <a:ext uri="{FF2B5EF4-FFF2-40B4-BE49-F238E27FC236}">
                <a16:creationId xmlns:a16="http://schemas.microsoft.com/office/drawing/2014/main" id="{A1F1CC3B-815A-D3DF-54FC-C45D9332BBD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Clique para editar o estilo do subtítulo Mestre</a:t>
            </a:r>
          </a:p>
        </p:txBody>
      </p:sp>
      <p:sp>
        <p:nvSpPr>
          <p:cNvPr id="4" name="Espaço Reservado para Data 3">
            <a:extLst xmlns:a="http://schemas.openxmlformats.org/drawingml/2006/main">
              <a:ext uri="{FF2B5EF4-FFF2-40B4-BE49-F238E27FC236}">
                <a16:creationId xmlns:a16="http://schemas.microsoft.com/office/drawing/2014/main" id="{DE820693-D8E5-E7C9-C3DE-AB0BCEFF37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6E0F28-42CD-4558-B4F7-BBAFD4F20C29}" type="datetimeFigureOut">
              <a:t>05/10/2026</a:t>
            </a:fld>
            <a:endParaRPr/>
          </a:p>
        </p:txBody>
      </p:sp>
      <p:sp>
        <p:nvSpPr>
          <p:cNvPr id="5" name="Espaço Reservado para Rodapé 4">
            <a:extLst xmlns:a="http://schemas.openxmlformats.org/drawingml/2006/main">
              <a:ext uri="{FF2B5EF4-FFF2-40B4-BE49-F238E27FC236}">
                <a16:creationId xmlns:a16="http://schemas.microsoft.com/office/drawing/2014/main" id="{F71E1BD6-B6DA-D7DF-2FF1-D502E5EC5F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DE9B214E-E273-AE4D-852B-D177864F08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6EE6597-B2A9-435C-A42E-CF0C7CD60F66}" type="slidenum">
              <a:t>‹nº›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52559F23-733E-13D7-6D2B-1C969CFED1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3" name="Espaço Reservado para Conteúdo 2">
            <a:extLst xmlns:a="http://schemas.openxmlformats.org/drawingml/2006/main">
              <a:ext uri="{FF2B5EF4-FFF2-40B4-BE49-F238E27FC236}">
                <a16:creationId xmlns:a16="http://schemas.microsoft.com/office/drawing/2014/main" id="{D7496080-2BEF-A5BB-2FA7-5BAB93C57DE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Data 3">
            <a:extLst xmlns:a="http://schemas.openxmlformats.org/drawingml/2006/main">
              <a:ext uri="{FF2B5EF4-FFF2-40B4-BE49-F238E27FC236}">
                <a16:creationId xmlns:a16="http://schemas.microsoft.com/office/drawing/2014/main" id="{6D16FCD8-45DD-C66E-DC49-2CC82B2950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6E0F28-42CD-4558-B4F7-BBAFD4F20C29}" type="datetimeFigureOut">
              <a:t>05/10/2026</a:t>
            </a:fld>
            <a:endParaRPr/>
          </a:p>
        </p:txBody>
      </p:sp>
      <p:sp>
        <p:nvSpPr>
          <p:cNvPr id="5" name="Espaço Reservado para Rodapé 4">
            <a:extLst xmlns:a="http://schemas.openxmlformats.org/drawingml/2006/main">
              <a:ext uri="{FF2B5EF4-FFF2-40B4-BE49-F238E27FC236}">
                <a16:creationId xmlns:a16="http://schemas.microsoft.com/office/drawing/2014/main" id="{853E35EF-3CAE-1626-97B0-C9F1095541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3C2EB0EC-4EBD-AFDC-A8DC-944F6D7978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6EE6597-B2A9-435C-A42E-CF0C7CD60F66}" type="slidenum">
              <a:t>‹nº›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332B025F-9A8C-3538-7295-2040396AAC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3" name="Espaço Reservado para Texto 2">
            <a:extLst xmlns:a="http://schemas.openxmlformats.org/drawingml/2006/main">
              <a:ext uri="{FF2B5EF4-FFF2-40B4-BE49-F238E27FC236}">
                <a16:creationId xmlns:a16="http://schemas.microsoft.com/office/drawing/2014/main" id="{1B557C79-86C3-6A38-B021-7C97D80E91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4" name="Espaço Reservado para Data 3">
            <a:extLst xmlns:a="http://schemas.openxmlformats.org/drawingml/2006/main">
              <a:ext uri="{FF2B5EF4-FFF2-40B4-BE49-F238E27FC236}">
                <a16:creationId xmlns:a16="http://schemas.microsoft.com/office/drawing/2014/main" id="{C7952D87-863F-F445-D70D-0DB35B8C8F9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6E0F28-42CD-4558-B4F7-BBAFD4F20C29}" type="datetimeFigureOut">
              <a:t>05/10/2026</a:t>
            </a:fld>
            <a:endParaRPr/>
          </a:p>
        </p:txBody>
      </p:sp>
      <p:sp>
        <p:nvSpPr>
          <p:cNvPr id="5" name="Espaço Reservado para Rodapé 4">
            <a:extLst xmlns:a="http://schemas.openxmlformats.org/drawingml/2006/main">
              <a:ext uri="{FF2B5EF4-FFF2-40B4-BE49-F238E27FC236}">
                <a16:creationId xmlns:a16="http://schemas.microsoft.com/office/drawing/2014/main" id="{2AB0495E-9765-7069-F4C0-9C7E59A57E6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E861BC8A-C0C3-433A-455F-219F973EFE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6EE6597-B2A9-435C-A42E-CF0C7CD60F66}" type="slidenum">
              <a:t>‹nº›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58032325-5D07-3518-0A93-A946ACDAEE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3" name="Espaço Reservado para Conteúdo 2">
            <a:extLst xmlns:a="http://schemas.openxmlformats.org/drawingml/2006/main">
              <a:ext uri="{FF2B5EF4-FFF2-40B4-BE49-F238E27FC236}">
                <a16:creationId xmlns:a16="http://schemas.microsoft.com/office/drawing/2014/main" id="{60239A27-9B85-39C6-F1BF-B7913C38667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Conteúdo 3">
            <a:extLst xmlns:a="http://schemas.openxmlformats.org/drawingml/2006/main">
              <a:ext uri="{FF2B5EF4-FFF2-40B4-BE49-F238E27FC236}">
                <a16:creationId xmlns:a16="http://schemas.microsoft.com/office/drawing/2014/main" id="{832F56DD-A992-85EE-DAD2-FAD336DEED7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  <p:sp>
        <p:nvSpPr>
          <p:cNvPr id="5" name="Espaço Reservado para Data 4">
            <a:extLst xmlns:a="http://schemas.openxmlformats.org/drawingml/2006/main">
              <a:ext uri="{FF2B5EF4-FFF2-40B4-BE49-F238E27FC236}">
                <a16:creationId xmlns:a16="http://schemas.microsoft.com/office/drawing/2014/main" id="{02988E7D-FCF3-3EFF-ACDA-1C919BD7FB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6E0F28-42CD-4558-B4F7-BBAFD4F20C29}" type="datetimeFigureOut">
              <a:t>05/10/2026</a:t>
            </a:fld>
            <a:endParaRPr/>
          </a:p>
        </p:txBody>
      </p:sp>
      <p:sp>
        <p:nvSpPr>
          <p:cNvPr id="6" name="Espaço Reservado para Rodapé 5">
            <a:extLst xmlns:a="http://schemas.openxmlformats.org/drawingml/2006/main">
              <a:ext uri="{FF2B5EF4-FFF2-40B4-BE49-F238E27FC236}">
                <a16:creationId xmlns:a16="http://schemas.microsoft.com/office/drawing/2014/main" id="{504BA71C-7E00-AB6B-CE96-9A7626AD42C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Espaço Reservado para Número de Slide 6">
            <a:extLst xmlns:a="http://schemas.openxmlformats.org/drawingml/2006/main">
              <a:ext uri="{FF2B5EF4-FFF2-40B4-BE49-F238E27FC236}">
                <a16:creationId xmlns:a16="http://schemas.microsoft.com/office/drawing/2014/main" id="{56A541AD-BD94-1B5F-9F4B-170C6C8F7A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6EE6597-B2A9-435C-A42E-CF0C7CD60F66}" type="slidenum">
              <a:t>‹nº›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87D1C1EB-4ABA-DD8B-9E87-FE2F50B989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3" name="Espaço Reservado para Texto 2">
            <a:extLst xmlns:a="http://schemas.openxmlformats.org/drawingml/2006/main">
              <a:ext uri="{FF2B5EF4-FFF2-40B4-BE49-F238E27FC236}">
                <a16:creationId xmlns:a16="http://schemas.microsoft.com/office/drawing/2014/main" id="{39E04D74-9294-0DA1-D22A-3DDF28480A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4" name="Espaço Reservado para Conteúdo 3">
            <a:extLst xmlns:a="http://schemas.openxmlformats.org/drawingml/2006/main">
              <a:ext uri="{FF2B5EF4-FFF2-40B4-BE49-F238E27FC236}">
                <a16:creationId xmlns:a16="http://schemas.microsoft.com/office/drawing/2014/main" id="{9085031A-BA80-890E-3AFA-265C3DAE0AF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  <p:sp>
        <p:nvSpPr>
          <p:cNvPr id="5" name="Espaço Reservado para Texto 4">
            <a:extLst xmlns:a="http://schemas.openxmlformats.org/drawingml/2006/main">
              <a:ext uri="{FF2B5EF4-FFF2-40B4-BE49-F238E27FC236}">
                <a16:creationId xmlns:a16="http://schemas.microsoft.com/office/drawing/2014/main" id="{CF8964DC-29A6-72B1-294F-1D673C1369C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6" name="Espaço Reservado para Conteúdo 5">
            <a:extLst xmlns:a="http://schemas.openxmlformats.org/drawingml/2006/main">
              <a:ext uri="{FF2B5EF4-FFF2-40B4-BE49-F238E27FC236}">
                <a16:creationId xmlns:a16="http://schemas.microsoft.com/office/drawing/2014/main" id="{5205D012-B037-C260-D6E7-E04C147081E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  <p:sp>
        <p:nvSpPr>
          <p:cNvPr id="7" name="Espaço Reservado para Data 6">
            <a:extLst xmlns:a="http://schemas.openxmlformats.org/drawingml/2006/main">
              <a:ext uri="{FF2B5EF4-FFF2-40B4-BE49-F238E27FC236}">
                <a16:creationId xmlns:a16="http://schemas.microsoft.com/office/drawing/2014/main" id="{8994BDE9-B992-8DC5-9603-C7C94DD2BE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6E0F28-42CD-4558-B4F7-BBAFD4F20C29}" type="datetimeFigureOut">
              <a:t>05/10/2026</a:t>
            </a:fld>
            <a:endParaRPr/>
          </a:p>
        </p:txBody>
      </p:sp>
      <p:sp>
        <p:nvSpPr>
          <p:cNvPr id="8" name="Espaço Reservado para Rodapé 7">
            <a:extLst xmlns:a="http://schemas.openxmlformats.org/drawingml/2006/main">
              <a:ext uri="{FF2B5EF4-FFF2-40B4-BE49-F238E27FC236}">
                <a16:creationId xmlns:a16="http://schemas.microsoft.com/office/drawing/2014/main" id="{AC48EE17-4DE0-7F96-E6A9-D4EB2466CC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Espaço Reservado para Número de Slide 8">
            <a:extLst xmlns:a="http://schemas.openxmlformats.org/drawingml/2006/main">
              <a:ext uri="{FF2B5EF4-FFF2-40B4-BE49-F238E27FC236}">
                <a16:creationId xmlns:a16="http://schemas.microsoft.com/office/drawing/2014/main" id="{0ED9C82D-81B8-685F-8FA0-A5D162F11A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6EE6597-B2A9-435C-A42E-CF0C7CD60F66}" type="slidenum">
              <a:t>‹nº›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F26CCF79-9365-C5CC-9D5E-2F2512CB7F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3" name="Espaço Reservado para Data 2">
            <a:extLst xmlns:a="http://schemas.openxmlformats.org/drawingml/2006/main">
              <a:ext uri="{FF2B5EF4-FFF2-40B4-BE49-F238E27FC236}">
                <a16:creationId xmlns:a16="http://schemas.microsoft.com/office/drawing/2014/main" id="{85AEC412-DC90-163B-5CF7-B6F259206E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6E0F28-42CD-4558-B4F7-BBAFD4F20C29}" type="datetimeFigureOut">
              <a:t>05/10/2026</a:t>
            </a:fld>
            <a:endParaRPr/>
          </a:p>
        </p:txBody>
      </p:sp>
      <p:sp>
        <p:nvSpPr>
          <p:cNvPr id="4" name="Espaço Reservado para Rodapé 3">
            <a:extLst xmlns:a="http://schemas.openxmlformats.org/drawingml/2006/main">
              <a:ext uri="{FF2B5EF4-FFF2-40B4-BE49-F238E27FC236}">
                <a16:creationId xmlns:a16="http://schemas.microsoft.com/office/drawing/2014/main" id="{EECD7EAF-89BF-9A95-37C1-B9DC6192F0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Espaço Reservado para Número de Slide 4">
            <a:extLst xmlns:a="http://schemas.openxmlformats.org/drawingml/2006/main">
              <a:ext uri="{FF2B5EF4-FFF2-40B4-BE49-F238E27FC236}">
                <a16:creationId xmlns:a16="http://schemas.microsoft.com/office/drawing/2014/main" id="{A165E11A-3227-7130-9EC0-4A4722B0D4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6EE6597-B2A9-435C-A42E-CF0C7CD60F66}" type="slidenum">
              <a:t>‹nº›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ço Reservado para Data 1">
            <a:extLst xmlns:a="http://schemas.openxmlformats.org/drawingml/2006/main">
              <a:ext uri="{FF2B5EF4-FFF2-40B4-BE49-F238E27FC236}">
                <a16:creationId xmlns:a16="http://schemas.microsoft.com/office/drawing/2014/main" id="{3E8E817B-967F-4297-C642-AFA70740BD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6E0F28-42CD-4558-B4F7-BBAFD4F20C29}" type="datetimeFigureOut">
              <a:t>05/10/2026</a:t>
            </a:fld>
            <a:endParaRPr/>
          </a:p>
        </p:txBody>
      </p:sp>
      <p:sp>
        <p:nvSpPr>
          <p:cNvPr id="3" name="Espaço Reservado para Rodapé 2">
            <a:extLst xmlns:a="http://schemas.openxmlformats.org/drawingml/2006/main">
              <a:ext uri="{FF2B5EF4-FFF2-40B4-BE49-F238E27FC236}">
                <a16:creationId xmlns:a16="http://schemas.microsoft.com/office/drawing/2014/main" id="{353AFFD4-7226-EF2F-1550-1C4975D5859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Espaço Reservado para Número de Slide 3">
            <a:extLst xmlns:a="http://schemas.openxmlformats.org/drawingml/2006/main">
              <a:ext uri="{FF2B5EF4-FFF2-40B4-BE49-F238E27FC236}">
                <a16:creationId xmlns:a16="http://schemas.microsoft.com/office/drawing/2014/main" id="{AED9333C-C180-F3EC-3631-28EC5B01BD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6EE6597-B2A9-435C-A42E-CF0C7CD60F66}" type="slidenum">
              <a:t>‹nº›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B7568F6E-FE0A-1025-711A-114696FC29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3" name="Espaço Reservado para Conteúdo 2">
            <a:extLst xmlns:a="http://schemas.openxmlformats.org/drawingml/2006/main">
              <a:ext uri="{FF2B5EF4-FFF2-40B4-BE49-F238E27FC236}">
                <a16:creationId xmlns:a16="http://schemas.microsoft.com/office/drawing/2014/main" id="{35F951CB-5EB8-E2F9-01F7-25726D3A2AC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Texto 3">
            <a:extLst xmlns:a="http://schemas.openxmlformats.org/drawingml/2006/main">
              <a:ext uri="{FF2B5EF4-FFF2-40B4-BE49-F238E27FC236}">
                <a16:creationId xmlns:a16="http://schemas.microsoft.com/office/drawing/2014/main" id="{1089919E-9B9C-A2E3-FECF-5A9DFCEA292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5" name="Espaço Reservado para Data 4">
            <a:extLst xmlns:a="http://schemas.openxmlformats.org/drawingml/2006/main">
              <a:ext uri="{FF2B5EF4-FFF2-40B4-BE49-F238E27FC236}">
                <a16:creationId xmlns:a16="http://schemas.microsoft.com/office/drawing/2014/main" id="{C537D1C0-7894-1CF8-7E95-D32658C58F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6E0F28-42CD-4558-B4F7-BBAFD4F20C29}" type="datetimeFigureOut">
              <a:t>05/10/2026</a:t>
            </a:fld>
            <a:endParaRPr/>
          </a:p>
        </p:txBody>
      </p:sp>
      <p:sp>
        <p:nvSpPr>
          <p:cNvPr id="6" name="Espaço Reservado para Rodapé 5">
            <a:extLst xmlns:a="http://schemas.openxmlformats.org/drawingml/2006/main">
              <a:ext uri="{FF2B5EF4-FFF2-40B4-BE49-F238E27FC236}">
                <a16:creationId xmlns:a16="http://schemas.microsoft.com/office/drawing/2014/main" id="{FA8CB4BD-A998-ACCF-259E-734F3257D44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Espaço Reservado para Número de Slide 6">
            <a:extLst xmlns:a="http://schemas.openxmlformats.org/drawingml/2006/main">
              <a:ext uri="{FF2B5EF4-FFF2-40B4-BE49-F238E27FC236}">
                <a16:creationId xmlns:a16="http://schemas.microsoft.com/office/drawing/2014/main" id="{AA4E9AD5-FB66-07DA-5A06-F8009765EA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6EE6597-B2A9-435C-A42E-CF0C7CD60F66}" type="slidenum">
              <a:t>‹nº›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56A08C64-8A1C-392C-F8F3-6A80426187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3" name="Espaço Reservado para Imagem 2">
            <a:extLst xmlns:a="http://schemas.openxmlformats.org/drawingml/2006/main">
              <a:ext uri="{FF2B5EF4-FFF2-40B4-BE49-F238E27FC236}">
                <a16:creationId xmlns:a16="http://schemas.microsoft.com/office/drawing/2014/main" id="{D5512462-BF71-C33C-345E-29B571A9327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Espaço Reservado para Texto 3">
            <a:extLst xmlns:a="http://schemas.openxmlformats.org/drawingml/2006/main">
              <a:ext uri="{FF2B5EF4-FFF2-40B4-BE49-F238E27FC236}">
                <a16:creationId xmlns:a16="http://schemas.microsoft.com/office/drawing/2014/main" id="{46772863-8083-370F-F049-D3B82F61944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5" name="Espaço Reservado para Data 4">
            <a:extLst xmlns:a="http://schemas.openxmlformats.org/drawingml/2006/main">
              <a:ext uri="{FF2B5EF4-FFF2-40B4-BE49-F238E27FC236}">
                <a16:creationId xmlns:a16="http://schemas.microsoft.com/office/drawing/2014/main" id="{2B970F8F-3477-DEA2-20B6-D57F4457CA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6E0F28-42CD-4558-B4F7-BBAFD4F20C29}" type="datetimeFigureOut">
              <a:t>05/10/2026</a:t>
            </a:fld>
            <a:endParaRPr/>
          </a:p>
        </p:txBody>
      </p:sp>
      <p:sp>
        <p:nvSpPr>
          <p:cNvPr id="6" name="Espaço Reservado para Rodapé 5">
            <a:extLst xmlns:a="http://schemas.openxmlformats.org/drawingml/2006/main">
              <a:ext uri="{FF2B5EF4-FFF2-40B4-BE49-F238E27FC236}">
                <a16:creationId xmlns:a16="http://schemas.microsoft.com/office/drawing/2014/main" id="{B56FB486-FADC-A495-3C0A-57E97CAD846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Espaço Reservado para Número de Slide 6">
            <a:extLst xmlns:a="http://schemas.openxmlformats.org/drawingml/2006/main">
              <a:ext uri="{FF2B5EF4-FFF2-40B4-BE49-F238E27FC236}">
                <a16:creationId xmlns:a16="http://schemas.microsoft.com/office/drawing/2014/main" id="{1BA8C606-D823-3878-CDA6-11C19836BC4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6EE6597-B2A9-435C-A42E-CF0C7CD60F66}" type="slidenum">
              <a:t>‹nº›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2A380E61-ECF4-D98E-57C8-5DCDAA9202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3" name="Espaço Reservado para Texto Vertical 2">
            <a:extLst xmlns:a="http://schemas.openxmlformats.org/drawingml/2006/main">
              <a:ext uri="{FF2B5EF4-FFF2-40B4-BE49-F238E27FC236}">
                <a16:creationId xmlns:a16="http://schemas.microsoft.com/office/drawing/2014/main" id="{4B105D7B-DC8A-A678-1135-4DC5700F38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Data 3">
            <a:extLst xmlns:a="http://schemas.openxmlformats.org/drawingml/2006/main">
              <a:ext uri="{FF2B5EF4-FFF2-40B4-BE49-F238E27FC236}">
                <a16:creationId xmlns:a16="http://schemas.microsoft.com/office/drawing/2014/main" id="{BC4465A6-DDCD-5FDC-4B26-5E642740DE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6E0F28-42CD-4558-B4F7-BBAFD4F20C29}" type="datetimeFigureOut">
              <a:t>05/10/2026</a:t>
            </a:fld>
            <a:endParaRPr/>
          </a:p>
        </p:txBody>
      </p:sp>
      <p:sp>
        <p:nvSpPr>
          <p:cNvPr id="5" name="Espaço Reservado para Rodapé 4">
            <a:extLst xmlns:a="http://schemas.openxmlformats.org/drawingml/2006/main">
              <a:ext uri="{FF2B5EF4-FFF2-40B4-BE49-F238E27FC236}">
                <a16:creationId xmlns:a16="http://schemas.microsoft.com/office/drawing/2014/main" id="{A0888C6A-F0F1-43E2-6FC5-C903F373F7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4AA9EAAB-7FE7-54E9-9D85-CE33652DCA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6EE6597-B2A9-435C-A42E-CF0C7CD60F66}" type="slidenum">
              <a:t>‹nº›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Vertical 1">
            <a:extLst xmlns:a="http://schemas.openxmlformats.org/drawingml/2006/main">
              <a:ext uri="{FF2B5EF4-FFF2-40B4-BE49-F238E27FC236}">
                <a16:creationId xmlns:a16="http://schemas.microsoft.com/office/drawing/2014/main" id="{CD502965-0B43-1E24-4100-33A3BFE2F7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3" name="Espaço Reservado para Texto Vertical 2">
            <a:extLst xmlns:a="http://schemas.openxmlformats.org/drawingml/2006/main">
              <a:ext uri="{FF2B5EF4-FFF2-40B4-BE49-F238E27FC236}">
                <a16:creationId xmlns:a16="http://schemas.microsoft.com/office/drawing/2014/main" id="{8D46046A-04FC-2FB1-F8ED-8DCB63E581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Data 3">
            <a:extLst xmlns:a="http://schemas.openxmlformats.org/drawingml/2006/main">
              <a:ext uri="{FF2B5EF4-FFF2-40B4-BE49-F238E27FC236}">
                <a16:creationId xmlns:a16="http://schemas.microsoft.com/office/drawing/2014/main" id="{EDE20415-687D-3FCB-74C3-356F99E60C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6E0F28-42CD-4558-B4F7-BBAFD4F20C29}" type="datetimeFigureOut">
              <a:t>05/10/2026</a:t>
            </a:fld>
            <a:endParaRPr/>
          </a:p>
        </p:txBody>
      </p:sp>
      <p:sp>
        <p:nvSpPr>
          <p:cNvPr id="5" name="Espaço Reservado para Rodapé 4">
            <a:extLst xmlns:a="http://schemas.openxmlformats.org/drawingml/2006/main">
              <a:ext uri="{FF2B5EF4-FFF2-40B4-BE49-F238E27FC236}">
                <a16:creationId xmlns:a16="http://schemas.microsoft.com/office/drawing/2014/main" id="{B70284EB-B28E-ADD4-F36C-A370D418A07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64D3B4C8-48B4-26D7-1B46-3D9984396B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6EE6597-B2A9-435C-A42E-CF0C7CD60F66}" type="slidenum">
              <a:t>‹nº›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userDrawn="1">
  <p:cSld name="1_Capa 3_Mar_EXT"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CBE7553-85C5-564E-079A-9FF921F5C8F4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3883e86ff6df4258"/>
            <a:srcRect l="0" t="0" r="0" b="0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noFill/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D9976D83-3968-C2C8-9872-48B075AD23E8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1236513" y="0"/>
            <a:ext cx="10608072" cy="6858000"/>
          </a:xfrm>
          <a:custGeom xmlns:a="http://schemas.openxmlformats.org/drawingml/2006/main">
            <a:gdLst>
              <a:gd name="connsiteX0" fmla="*/ 5739766 w 10608072"/>
              <a:gd name="connsiteY0" fmla="*/ 0 h 6858000"/>
              <a:gd name="connsiteX1" fmla="*/ 10291481 w 10608072"/>
              <a:gd name="connsiteY1" fmla="*/ 0 h 6858000"/>
              <a:gd name="connsiteX2" fmla="*/ 10346533 w 10608072"/>
              <a:gd name="connsiteY2" fmla="*/ 104423 h 6858000"/>
              <a:gd name="connsiteX3" fmla="*/ 10555818 w 10608072"/>
              <a:gd name="connsiteY3" fmla="*/ 1768015 h 6858000"/>
              <a:gd name="connsiteX4" fmla="*/ 10009503 w 10608072"/>
              <a:gd name="connsiteY4" fmla="*/ 2905761 h 6858000"/>
              <a:gd name="connsiteX5" fmla="*/ 8651513 w 10608072"/>
              <a:gd name="connsiteY5" fmla="*/ 3758348 h 6858000"/>
              <a:gd name="connsiteX6" fmla="*/ 7758374 w 10608072"/>
              <a:gd name="connsiteY6" fmla="*/ 4785328 h 6858000"/>
              <a:gd name="connsiteX7" fmla="*/ 6913672 w 10608072"/>
              <a:gd name="connsiteY7" fmla="*/ 6832007 h 6858000"/>
              <a:gd name="connsiteX8" fmla="*/ 6890688 w 10608072"/>
              <a:gd name="connsiteY8" fmla="*/ 6858000 h 6858000"/>
              <a:gd name="connsiteX9" fmla="*/ 887549 w 10608072"/>
              <a:gd name="connsiteY9" fmla="*/ 6858000 h 6858000"/>
              <a:gd name="connsiteX10" fmla="*/ 796109 w 10608072"/>
              <a:gd name="connsiteY10" fmla="*/ 6744435 h 6858000"/>
              <a:gd name="connsiteX11" fmla="*/ 1087666 w 10608072"/>
              <a:gd name="connsiteY11" fmla="*/ 1688094 h 6858000"/>
              <a:gd name="connsiteX12" fmla="*/ 4521545 w 10608072"/>
              <a:gd name="connsiteY12" fmla="*/ 547785 h 6858000"/>
              <a:gd name="connsiteX13" fmla="*/ 5657973 w 10608072"/>
              <a:gd name="connsiteY13" fmla="*/ 120890 h 6858000"/>
            </a:gdLst>
            <a:rect l="l" t="t" r="r" b="b"/>
            <a:pathLst>
              <a:path w="10608072" h="6858000">
                <a:moveTo>
                  <a:pt x="5739766" y="0"/>
                </a:moveTo>
                <a:lnTo>
                  <a:pt x="10291481" y="0"/>
                </a:lnTo>
                <a:lnTo>
                  <a:pt x="10346533" y="104423"/>
                </a:lnTo>
                <a:cubicBezTo>
                  <a:pt x="10596944" y="620590"/>
                  <a:pt x="10669429" y="1208413"/>
                  <a:pt x="10555818" y="1768015"/>
                </a:cubicBezTo>
                <a:cubicBezTo>
                  <a:pt x="10473192" y="2174997"/>
                  <a:pt x="10292134" y="2567054"/>
                  <a:pt x="10009503" y="2905761"/>
                </a:cubicBezTo>
                <a:cubicBezTo>
                  <a:pt x="9644829" y="3342836"/>
                  <a:pt x="9165678" y="3629687"/>
                  <a:pt x="8651513" y="3758348"/>
                </a:cubicBezTo>
                <a:cubicBezTo>
                  <a:pt x="8169146" y="3879109"/>
                  <a:pt x="7809090" y="4290613"/>
                  <a:pt x="7758374" y="4785328"/>
                </a:cubicBezTo>
                <a:cubicBezTo>
                  <a:pt x="7683564" y="5515371"/>
                  <a:pt x="7402678" y="6228921"/>
                  <a:pt x="6913672" y="6832007"/>
                </a:cubicBezTo>
                <a:lnTo>
                  <a:pt x="6890688" y="6858000"/>
                </a:lnTo>
                <a:lnTo>
                  <a:pt x="887549" y="6858000"/>
                </a:lnTo>
                <a:lnTo>
                  <a:pt x="796109" y="6744435"/>
                </a:lnTo>
                <a:cubicBezTo>
                  <a:pt x="-350856" y="5243973"/>
                  <a:pt x="-262623" y="3090330"/>
                  <a:pt x="1087666" y="1688094"/>
                </a:cubicBezTo>
                <a:cubicBezTo>
                  <a:pt x="2009234" y="731119"/>
                  <a:pt x="3302737" y="348118"/>
                  <a:pt x="4521545" y="547785"/>
                </a:cubicBezTo>
                <a:cubicBezTo>
                  <a:pt x="4955216" y="618742"/>
                  <a:pt x="5390200" y="455580"/>
                  <a:pt x="5657973" y="12089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>
                <a:noFill/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5" name="Espaço Reservado para Texto 3">
            <a:extLst xmlns:a="http://schemas.openxmlformats.org/drawingml/2006/main">
              <a:ext uri="{FF2B5EF4-FFF2-40B4-BE49-F238E27FC236}">
                <a16:creationId xmlns:a16="http://schemas.microsoft.com/office/drawing/2014/main" id="{B2CE5E8E-6302-51DE-B3BA-78AA099BE529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3358244" y="2082283"/>
            <a:ext cx="5475511" cy="7848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>
            <a:lvl1pPr algn="ctr">
              <a:lnSpc>
                <a:spcPct val="85000"/>
              </a:lnSpc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Título da capa</a:t>
            </a:r>
          </a:p>
        </p:txBody>
      </p:sp>
      <p:sp>
        <p:nvSpPr>
          <p:cNvPr id="7" name="Espaço Reservado para Texto 3">
            <a:extLst xmlns:a="http://schemas.openxmlformats.org/drawingml/2006/main">
              <a:ext uri="{FF2B5EF4-FFF2-40B4-BE49-F238E27FC236}">
                <a16:creationId xmlns:a16="http://schemas.microsoft.com/office/drawing/2014/main" id="{B86D28F6-0A8C-3C4F-C1FB-D33AE751F369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066736" y="3045697"/>
            <a:ext cx="4058526" cy="470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ctr">
              <a:lnSpc>
                <a:spcPct val="85000"/>
              </a:lnSpc>
              <a:buNone/>
              <a:defRPr sz="3600" b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Subtítulo da capa</a:t>
            </a:r>
          </a:p>
        </p:txBody>
      </p:sp>
      <p:sp>
        <p:nvSpPr>
          <p:cNvPr id="8" name="Espaço Reservado para Texto 3">
            <a:extLst xmlns:a="http://schemas.openxmlformats.org/drawingml/2006/main">
              <a:ext uri="{FF2B5EF4-FFF2-40B4-BE49-F238E27FC236}">
                <a16:creationId xmlns:a16="http://schemas.microsoft.com/office/drawing/2014/main" id="{F6F15C86-0AF4-3E51-A768-7D740052C436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379533" y="6069860"/>
            <a:ext cx="3432932" cy="1796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 algn="ctr">
              <a:lnSpc>
                <a:spcPct val="85000"/>
              </a:lnSpc>
              <a:buNone/>
              <a:defRPr sz="133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Data</a:t>
            </a:r>
          </a:p>
        </p:txBody>
      </p:sp>
      <p:sp>
        <p:nvSpPr>
          <p:cNvPr id="49" name="Text Placeholder 48">
            <a:extLst xmlns:a="http://schemas.openxmlformats.org/drawingml/2006/main">
              <a:ext uri="{FF2B5EF4-FFF2-40B4-BE49-F238E27FC236}">
                <a16:creationId xmlns:a16="http://schemas.microsoft.com/office/drawing/2014/main" id="{BBCA894D-00E9-F367-DC73-57E32FDBD75C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5244913" y="5221365"/>
            <a:ext cx="1689556" cy="461724"/>
          </a:xfrm>
          <a:custGeom xmlns:a="http://schemas.openxmlformats.org/drawingml/2006/main">
            <a:gdLst>
              <a:gd name="connsiteX0" fmla="*/ 1528982 w 1689556"/>
              <a:gd name="connsiteY0" fmla="*/ 53725 h 461724"/>
              <a:gd name="connsiteX1" fmla="*/ 1424014 w 1689556"/>
              <a:gd name="connsiteY1" fmla="*/ 160574 h 461724"/>
              <a:gd name="connsiteX2" fmla="*/ 1528982 w 1689556"/>
              <a:gd name="connsiteY2" fmla="*/ 266803 h 461724"/>
              <a:gd name="connsiteX3" fmla="*/ 1634568 w 1689556"/>
              <a:gd name="connsiteY3" fmla="*/ 160574 h 461724"/>
              <a:gd name="connsiteX4" fmla="*/ 1528982 w 1689556"/>
              <a:gd name="connsiteY4" fmla="*/ 53725 h 461724"/>
              <a:gd name="connsiteX5" fmla="*/ 838545 w 1689556"/>
              <a:gd name="connsiteY5" fmla="*/ 53725 h 461724"/>
              <a:gd name="connsiteX6" fmla="*/ 733577 w 1689556"/>
              <a:gd name="connsiteY6" fmla="*/ 160574 h 461724"/>
              <a:gd name="connsiteX7" fmla="*/ 838545 w 1689556"/>
              <a:gd name="connsiteY7" fmla="*/ 266803 h 461724"/>
              <a:gd name="connsiteX8" fmla="*/ 944132 w 1689556"/>
              <a:gd name="connsiteY8" fmla="*/ 160574 h 461724"/>
              <a:gd name="connsiteX9" fmla="*/ 838545 w 1689556"/>
              <a:gd name="connsiteY9" fmla="*/ 53725 h 461724"/>
              <a:gd name="connsiteX10" fmla="*/ 1524593 w 1689556"/>
              <a:gd name="connsiteY10" fmla="*/ 0 h 461724"/>
              <a:gd name="connsiteX11" fmla="*/ 1634568 w 1689556"/>
              <a:gd name="connsiteY11" fmla="*/ 48135 h 461724"/>
              <a:gd name="connsiteX12" fmla="*/ 1634568 w 1689556"/>
              <a:gd name="connsiteY12" fmla="*/ 6252 h 461724"/>
              <a:gd name="connsiteX13" fmla="*/ 1689556 w 1689556"/>
              <a:gd name="connsiteY13" fmla="*/ 6252 h 461724"/>
              <a:gd name="connsiteX14" fmla="*/ 1689556 w 1689556"/>
              <a:gd name="connsiteY14" fmla="*/ 313655 h 461724"/>
              <a:gd name="connsiteX15" fmla="*/ 1634568 w 1689556"/>
              <a:gd name="connsiteY15" fmla="*/ 313655 h 461724"/>
              <a:gd name="connsiteX16" fmla="*/ 1634568 w 1689556"/>
              <a:gd name="connsiteY16" fmla="*/ 272394 h 461724"/>
              <a:gd name="connsiteX17" fmla="*/ 1524593 w 1689556"/>
              <a:gd name="connsiteY17" fmla="*/ 320527 h 461724"/>
              <a:gd name="connsiteX18" fmla="*/ 1369007 w 1689556"/>
              <a:gd name="connsiteY18" fmla="*/ 160574 h 461724"/>
              <a:gd name="connsiteX19" fmla="*/ 1524593 w 1689556"/>
              <a:gd name="connsiteY19" fmla="*/ 0 h 461724"/>
              <a:gd name="connsiteX20" fmla="*/ 1184683 w 1689556"/>
              <a:gd name="connsiteY20" fmla="*/ 0 h 461724"/>
              <a:gd name="connsiteX21" fmla="*/ 1184704 w 1689556"/>
              <a:gd name="connsiteY21" fmla="*/ 41 h 461724"/>
              <a:gd name="connsiteX22" fmla="*/ 1342153 w 1689556"/>
              <a:gd name="connsiteY22" fmla="*/ 160615 h 461724"/>
              <a:gd name="connsiteX23" fmla="*/ 1340269 w 1689556"/>
              <a:gd name="connsiteY23" fmla="*/ 188109 h 461724"/>
              <a:gd name="connsiteX24" fmla="*/ 1126569 w 1689556"/>
              <a:gd name="connsiteY24" fmla="*/ 188109 h 461724"/>
              <a:gd name="connsiteX25" fmla="*/ 1126569 w 1689556"/>
              <a:gd name="connsiteY25" fmla="*/ 132500 h 461724"/>
              <a:gd name="connsiteX26" fmla="*/ 1285642 w 1689556"/>
              <a:gd name="connsiteY26" fmla="*/ 132500 h 461724"/>
              <a:gd name="connsiteX27" fmla="*/ 1184683 w 1689556"/>
              <a:gd name="connsiteY27" fmla="*/ 53766 h 461724"/>
              <a:gd name="connsiteX28" fmla="*/ 1079096 w 1689556"/>
              <a:gd name="connsiteY28" fmla="*/ 161236 h 461724"/>
              <a:gd name="connsiteX29" fmla="*/ 1184683 w 1689556"/>
              <a:gd name="connsiteY29" fmla="*/ 266823 h 461724"/>
              <a:gd name="connsiteX30" fmla="*/ 1265904 w 1689556"/>
              <a:gd name="connsiteY30" fmla="*/ 226203 h 461724"/>
              <a:gd name="connsiteX31" fmla="*/ 1330890 w 1689556"/>
              <a:gd name="connsiteY31" fmla="*/ 226203 h 461724"/>
              <a:gd name="connsiteX32" fmla="*/ 1184062 w 1689556"/>
              <a:gd name="connsiteY32" fmla="*/ 320549 h 461724"/>
              <a:gd name="connsiteX33" fmla="*/ 1024108 w 1689556"/>
              <a:gd name="connsiteY33" fmla="*/ 161217 h 461724"/>
              <a:gd name="connsiteX34" fmla="*/ 1184683 w 1689556"/>
              <a:gd name="connsiteY34" fmla="*/ 0 h 461724"/>
              <a:gd name="connsiteX35" fmla="*/ 840408 w 1689556"/>
              <a:gd name="connsiteY35" fmla="*/ 0 h 461724"/>
              <a:gd name="connsiteX36" fmla="*/ 898514 w 1689556"/>
              <a:gd name="connsiteY36" fmla="*/ 11688 h 461724"/>
              <a:gd name="connsiteX37" fmla="*/ 944110 w 1689556"/>
              <a:gd name="connsiteY37" fmla="*/ 46355 h 461724"/>
              <a:gd name="connsiteX38" fmla="*/ 944110 w 1689556"/>
              <a:gd name="connsiteY38" fmla="*/ 46371 h 461724"/>
              <a:gd name="connsiteX39" fmla="*/ 944132 w 1689556"/>
              <a:gd name="connsiteY39" fmla="*/ 46371 h 461724"/>
              <a:gd name="connsiteX40" fmla="*/ 944110 w 1689556"/>
              <a:gd name="connsiteY40" fmla="*/ 46355 h 461724"/>
              <a:gd name="connsiteX41" fmla="*/ 944110 w 1689556"/>
              <a:gd name="connsiteY41" fmla="*/ 6252 h 461724"/>
              <a:gd name="connsiteX42" fmla="*/ 999098 w 1689556"/>
              <a:gd name="connsiteY42" fmla="*/ 6252 h 461724"/>
              <a:gd name="connsiteX43" fmla="*/ 999098 w 1689556"/>
              <a:gd name="connsiteY43" fmla="*/ 293014 h 461724"/>
              <a:gd name="connsiteX44" fmla="*/ 844756 w 1689556"/>
              <a:gd name="connsiteY44" fmla="*/ 461724 h 461724"/>
              <a:gd name="connsiteX45" fmla="*/ 700414 w 1689556"/>
              <a:gd name="connsiteY45" fmla="*/ 363633 h 461724"/>
              <a:gd name="connsiteX46" fmla="*/ 766644 w 1689556"/>
              <a:gd name="connsiteY46" fmla="*/ 363633 h 461724"/>
              <a:gd name="connsiteX47" fmla="*/ 844756 w 1689556"/>
              <a:gd name="connsiteY47" fmla="*/ 408000 h 461724"/>
              <a:gd name="connsiteX48" fmla="*/ 944110 w 1689556"/>
              <a:gd name="connsiteY48" fmla="*/ 293034 h 461724"/>
              <a:gd name="connsiteX49" fmla="*/ 944110 w 1689556"/>
              <a:gd name="connsiteY49" fmla="*/ 274217 h 461724"/>
              <a:gd name="connsiteX50" fmla="*/ 838524 w 1689556"/>
              <a:gd name="connsiteY50" fmla="*/ 320528 h 461724"/>
              <a:gd name="connsiteX51" fmla="*/ 678570 w 1689556"/>
              <a:gd name="connsiteY51" fmla="*/ 160574 h 461724"/>
              <a:gd name="connsiteX52" fmla="*/ 840408 w 1689556"/>
              <a:gd name="connsiteY52" fmla="*/ 0 h 461724"/>
              <a:gd name="connsiteX53" fmla="*/ 158091 w 1689556"/>
              <a:gd name="connsiteY53" fmla="*/ 0 h 461724"/>
              <a:gd name="connsiteX54" fmla="*/ 259309 w 1689556"/>
              <a:gd name="connsiteY54" fmla="*/ 39819 h 461724"/>
              <a:gd name="connsiteX55" fmla="*/ 259309 w 1689556"/>
              <a:gd name="connsiteY55" fmla="*/ 6252 h 461724"/>
              <a:gd name="connsiteX56" fmla="*/ 314296 w 1689556"/>
              <a:gd name="connsiteY56" fmla="*/ 6252 h 461724"/>
              <a:gd name="connsiteX57" fmla="*/ 314296 w 1689556"/>
              <a:gd name="connsiteY57" fmla="*/ 114966 h 461724"/>
              <a:gd name="connsiteX58" fmla="*/ 497997 w 1689556"/>
              <a:gd name="connsiteY58" fmla="*/ 0 h 461724"/>
              <a:gd name="connsiteX59" fmla="*/ 497978 w 1689556"/>
              <a:gd name="connsiteY59" fmla="*/ 20 h 461724"/>
              <a:gd name="connsiteX60" fmla="*/ 652320 w 1689556"/>
              <a:gd name="connsiteY60" fmla="*/ 160595 h 461724"/>
              <a:gd name="connsiteX61" fmla="*/ 650436 w 1689556"/>
              <a:gd name="connsiteY61" fmla="*/ 188089 h 461724"/>
              <a:gd name="connsiteX62" fmla="*/ 412991 w 1689556"/>
              <a:gd name="connsiteY62" fmla="*/ 188089 h 461724"/>
              <a:gd name="connsiteX63" fmla="*/ 412991 w 1689556"/>
              <a:gd name="connsiteY63" fmla="*/ 132479 h 461724"/>
              <a:gd name="connsiteX64" fmla="*/ 596071 w 1689556"/>
              <a:gd name="connsiteY64" fmla="*/ 132479 h 461724"/>
              <a:gd name="connsiteX65" fmla="*/ 497978 w 1689556"/>
              <a:gd name="connsiteY65" fmla="*/ 53746 h 461724"/>
              <a:gd name="connsiteX66" fmla="*/ 357522 w 1689556"/>
              <a:gd name="connsiteY66" fmla="*/ 151758 h 461724"/>
              <a:gd name="connsiteX67" fmla="*/ 501104 w 1689556"/>
              <a:gd name="connsiteY67" fmla="*/ 266803 h 461724"/>
              <a:gd name="connsiteX68" fmla="*/ 576092 w 1689556"/>
              <a:gd name="connsiteY68" fmla="*/ 226183 h 461724"/>
              <a:gd name="connsiteX69" fmla="*/ 641078 w 1689556"/>
              <a:gd name="connsiteY69" fmla="*/ 226183 h 461724"/>
              <a:gd name="connsiteX70" fmla="*/ 499862 w 1689556"/>
              <a:gd name="connsiteY70" fmla="*/ 320527 h 461724"/>
              <a:gd name="connsiteX71" fmla="*/ 311791 w 1689556"/>
              <a:gd name="connsiteY71" fmla="*/ 183058 h 461724"/>
              <a:gd name="connsiteX72" fmla="*/ 158091 w 1689556"/>
              <a:gd name="connsiteY72" fmla="*/ 53725 h 461724"/>
              <a:gd name="connsiteX73" fmla="*/ 54988 w 1689556"/>
              <a:gd name="connsiteY73" fmla="*/ 160574 h 461724"/>
              <a:gd name="connsiteX74" fmla="*/ 154964 w 1689556"/>
              <a:gd name="connsiteY74" fmla="*/ 266803 h 461724"/>
              <a:gd name="connsiteX75" fmla="*/ 266804 w 1689556"/>
              <a:gd name="connsiteY75" fmla="*/ 187447 h 461724"/>
              <a:gd name="connsiteX76" fmla="*/ 314296 w 1689556"/>
              <a:gd name="connsiteY76" fmla="*/ 248046 h 461724"/>
              <a:gd name="connsiteX77" fmla="*/ 314296 w 1689556"/>
              <a:gd name="connsiteY77" fmla="*/ 313655 h 461724"/>
              <a:gd name="connsiteX78" fmla="*/ 259309 w 1689556"/>
              <a:gd name="connsiteY78" fmla="*/ 313655 h 461724"/>
              <a:gd name="connsiteX79" fmla="*/ 259309 w 1689556"/>
              <a:gd name="connsiteY79" fmla="*/ 271812 h 461724"/>
              <a:gd name="connsiteX80" fmla="*/ 151838 w 1689556"/>
              <a:gd name="connsiteY80" fmla="*/ 320527 h 461724"/>
              <a:gd name="connsiteX81" fmla="*/ 0 w 1689556"/>
              <a:gd name="connsiteY81" fmla="*/ 160574 h 461724"/>
              <a:gd name="connsiteX82" fmla="*/ 158091 w 1689556"/>
              <a:gd name="connsiteY82" fmla="*/ 0 h 461724"/>
            </a:gdLst>
            <a:rect l="l" t="t" r="r" b="b"/>
            <a:pathLst>
              <a:path w="1689556" h="461724">
                <a:moveTo>
                  <a:pt x="1528982" y="53725"/>
                </a:moveTo>
                <a:cubicBezTo>
                  <a:pt x="1469004" y="53725"/>
                  <a:pt x="1424014" y="100577"/>
                  <a:pt x="1424014" y="160574"/>
                </a:cubicBezTo>
                <a:cubicBezTo>
                  <a:pt x="1424014" y="220572"/>
                  <a:pt x="1469004" y="266803"/>
                  <a:pt x="1528982" y="266803"/>
                </a:cubicBezTo>
                <a:cubicBezTo>
                  <a:pt x="1588958" y="266803"/>
                  <a:pt x="1634568" y="220552"/>
                  <a:pt x="1634568" y="160574"/>
                </a:cubicBezTo>
                <a:cubicBezTo>
                  <a:pt x="1634568" y="100598"/>
                  <a:pt x="1588958" y="53725"/>
                  <a:pt x="1528982" y="53725"/>
                </a:cubicBezTo>
                <a:close/>
                <a:moveTo>
                  <a:pt x="838545" y="53725"/>
                </a:moveTo>
                <a:cubicBezTo>
                  <a:pt x="778567" y="53725"/>
                  <a:pt x="733577" y="100577"/>
                  <a:pt x="733577" y="160574"/>
                </a:cubicBezTo>
                <a:cubicBezTo>
                  <a:pt x="733577" y="220572"/>
                  <a:pt x="778567" y="266803"/>
                  <a:pt x="838545" y="266803"/>
                </a:cubicBezTo>
                <a:cubicBezTo>
                  <a:pt x="898521" y="266803"/>
                  <a:pt x="944132" y="220552"/>
                  <a:pt x="944132" y="160574"/>
                </a:cubicBezTo>
                <a:cubicBezTo>
                  <a:pt x="944132" y="100598"/>
                  <a:pt x="898521" y="53725"/>
                  <a:pt x="838545" y="53725"/>
                </a:cubicBezTo>
                <a:close/>
                <a:moveTo>
                  <a:pt x="1524593" y="0"/>
                </a:moveTo>
                <a:cubicBezTo>
                  <a:pt x="1567978" y="0"/>
                  <a:pt x="1609940" y="18377"/>
                  <a:pt x="1634568" y="48135"/>
                </a:cubicBezTo>
                <a:lnTo>
                  <a:pt x="1634568" y="6252"/>
                </a:lnTo>
                <a:lnTo>
                  <a:pt x="1689556" y="6252"/>
                </a:lnTo>
                <a:lnTo>
                  <a:pt x="1689556" y="313655"/>
                </a:lnTo>
                <a:lnTo>
                  <a:pt x="1634568" y="313655"/>
                </a:lnTo>
                <a:lnTo>
                  <a:pt x="1634568" y="272394"/>
                </a:lnTo>
                <a:cubicBezTo>
                  <a:pt x="1609940" y="302172"/>
                  <a:pt x="1567978" y="320527"/>
                  <a:pt x="1524593" y="320527"/>
                </a:cubicBezTo>
                <a:cubicBezTo>
                  <a:pt x="1440247" y="320527"/>
                  <a:pt x="1369007" y="251793"/>
                  <a:pt x="1369007" y="160574"/>
                </a:cubicBezTo>
                <a:cubicBezTo>
                  <a:pt x="1369007" y="69356"/>
                  <a:pt x="1439606" y="0"/>
                  <a:pt x="1524593" y="0"/>
                </a:cubicBezTo>
                <a:close/>
                <a:moveTo>
                  <a:pt x="1184683" y="0"/>
                </a:moveTo>
                <a:lnTo>
                  <a:pt x="1184704" y="41"/>
                </a:lnTo>
                <a:cubicBezTo>
                  <a:pt x="1274039" y="41"/>
                  <a:pt x="1342153" y="69397"/>
                  <a:pt x="1342153" y="160615"/>
                </a:cubicBezTo>
                <a:cubicBezTo>
                  <a:pt x="1342153" y="171236"/>
                  <a:pt x="1341511" y="179993"/>
                  <a:pt x="1340269" y="188109"/>
                </a:cubicBezTo>
                <a:lnTo>
                  <a:pt x="1126569" y="188109"/>
                </a:lnTo>
                <a:lnTo>
                  <a:pt x="1126569" y="132500"/>
                </a:lnTo>
                <a:lnTo>
                  <a:pt x="1285642" y="132500"/>
                </a:lnTo>
                <a:cubicBezTo>
                  <a:pt x="1276082" y="87071"/>
                  <a:pt x="1235383" y="53766"/>
                  <a:pt x="1184683" y="53766"/>
                </a:cubicBezTo>
                <a:cubicBezTo>
                  <a:pt x="1124084" y="53766"/>
                  <a:pt x="1079096" y="100016"/>
                  <a:pt x="1079096" y="161236"/>
                </a:cubicBezTo>
                <a:cubicBezTo>
                  <a:pt x="1079096" y="222456"/>
                  <a:pt x="1122202" y="266823"/>
                  <a:pt x="1184683" y="266823"/>
                </a:cubicBezTo>
                <a:cubicBezTo>
                  <a:pt x="1223419" y="266823"/>
                  <a:pt x="1254662" y="249950"/>
                  <a:pt x="1265904" y="226203"/>
                </a:cubicBezTo>
                <a:lnTo>
                  <a:pt x="1330890" y="226203"/>
                </a:lnTo>
                <a:cubicBezTo>
                  <a:pt x="1309649" y="284318"/>
                  <a:pt x="1252176" y="320549"/>
                  <a:pt x="1184062" y="320549"/>
                </a:cubicBezTo>
                <a:cubicBezTo>
                  <a:pt x="1090338" y="320549"/>
                  <a:pt x="1024108" y="252455"/>
                  <a:pt x="1024108" y="161217"/>
                </a:cubicBezTo>
                <a:cubicBezTo>
                  <a:pt x="1024108" y="69977"/>
                  <a:pt x="1095329" y="0"/>
                  <a:pt x="1184683" y="0"/>
                </a:cubicBezTo>
                <a:close/>
                <a:moveTo>
                  <a:pt x="840408" y="0"/>
                </a:moveTo>
                <a:cubicBezTo>
                  <a:pt x="861248" y="0"/>
                  <a:pt x="880922" y="3927"/>
                  <a:pt x="898514" y="11688"/>
                </a:cubicBezTo>
                <a:lnTo>
                  <a:pt x="944110" y="46355"/>
                </a:lnTo>
                <a:lnTo>
                  <a:pt x="944110" y="46371"/>
                </a:lnTo>
                <a:lnTo>
                  <a:pt x="944132" y="46371"/>
                </a:lnTo>
                <a:lnTo>
                  <a:pt x="944110" y="46355"/>
                </a:lnTo>
                <a:lnTo>
                  <a:pt x="944110" y="6252"/>
                </a:lnTo>
                <a:lnTo>
                  <a:pt x="999098" y="6252"/>
                </a:lnTo>
                <a:lnTo>
                  <a:pt x="999098" y="293014"/>
                </a:lnTo>
                <a:cubicBezTo>
                  <a:pt x="999098" y="397359"/>
                  <a:pt x="937859" y="461724"/>
                  <a:pt x="844756" y="461724"/>
                </a:cubicBezTo>
                <a:cubicBezTo>
                  <a:pt x="774137" y="461724"/>
                  <a:pt x="721654" y="424872"/>
                  <a:pt x="700414" y="363633"/>
                </a:cubicBezTo>
                <a:lnTo>
                  <a:pt x="766644" y="363633"/>
                </a:lnTo>
                <a:cubicBezTo>
                  <a:pt x="780391" y="390506"/>
                  <a:pt x="807262" y="408000"/>
                  <a:pt x="844756" y="408000"/>
                </a:cubicBezTo>
                <a:cubicBezTo>
                  <a:pt x="904113" y="408000"/>
                  <a:pt x="944110" y="364273"/>
                  <a:pt x="944110" y="293034"/>
                </a:cubicBezTo>
                <a:lnTo>
                  <a:pt x="944110" y="274217"/>
                </a:lnTo>
                <a:cubicBezTo>
                  <a:pt x="919182" y="304838"/>
                  <a:pt x="882250" y="320528"/>
                  <a:pt x="838524" y="320528"/>
                </a:cubicBezTo>
                <a:cubicBezTo>
                  <a:pt x="750431" y="320528"/>
                  <a:pt x="678570" y="249288"/>
                  <a:pt x="678570" y="160574"/>
                </a:cubicBezTo>
                <a:cubicBezTo>
                  <a:pt x="678570" y="71861"/>
                  <a:pt x="750431" y="0"/>
                  <a:pt x="840408" y="0"/>
                </a:cubicBezTo>
                <a:close/>
                <a:moveTo>
                  <a:pt x="158091" y="0"/>
                </a:moveTo>
                <a:cubicBezTo>
                  <a:pt x="194402" y="0"/>
                  <a:pt x="229391" y="11524"/>
                  <a:pt x="259309" y="39819"/>
                </a:cubicBezTo>
                <a:lnTo>
                  <a:pt x="259309" y="6252"/>
                </a:lnTo>
                <a:lnTo>
                  <a:pt x="314296" y="6252"/>
                </a:lnTo>
                <a:lnTo>
                  <a:pt x="314296" y="114966"/>
                </a:lnTo>
                <a:cubicBezTo>
                  <a:pt x="368023" y="38736"/>
                  <a:pt x="429883" y="0"/>
                  <a:pt x="497997" y="0"/>
                </a:cubicBezTo>
                <a:lnTo>
                  <a:pt x="497978" y="20"/>
                </a:lnTo>
                <a:cubicBezTo>
                  <a:pt x="588595" y="20"/>
                  <a:pt x="652320" y="69377"/>
                  <a:pt x="652320" y="160595"/>
                </a:cubicBezTo>
                <a:cubicBezTo>
                  <a:pt x="652320" y="171215"/>
                  <a:pt x="651680" y="179973"/>
                  <a:pt x="650436" y="188089"/>
                </a:cubicBezTo>
                <a:lnTo>
                  <a:pt x="412991" y="188089"/>
                </a:lnTo>
                <a:lnTo>
                  <a:pt x="412991" y="132479"/>
                </a:lnTo>
                <a:lnTo>
                  <a:pt x="596071" y="132479"/>
                </a:lnTo>
                <a:cubicBezTo>
                  <a:pt x="587334" y="87491"/>
                  <a:pt x="549459" y="53746"/>
                  <a:pt x="497978" y="53746"/>
                </a:cubicBezTo>
                <a:cubicBezTo>
                  <a:pt x="446496" y="53746"/>
                  <a:pt x="400146" y="87032"/>
                  <a:pt x="357522" y="151758"/>
                </a:cubicBezTo>
                <a:cubicBezTo>
                  <a:pt x="411548" y="235201"/>
                  <a:pt x="452187" y="266803"/>
                  <a:pt x="501104" y="266803"/>
                </a:cubicBezTo>
                <a:cubicBezTo>
                  <a:pt x="535472" y="266803"/>
                  <a:pt x="564850" y="249930"/>
                  <a:pt x="576092" y="226183"/>
                </a:cubicBezTo>
                <a:lnTo>
                  <a:pt x="641078" y="226183"/>
                </a:lnTo>
                <a:cubicBezTo>
                  <a:pt x="619838" y="284296"/>
                  <a:pt x="562345" y="320527"/>
                  <a:pt x="499862" y="320527"/>
                </a:cubicBezTo>
                <a:cubicBezTo>
                  <a:pt x="428021" y="320527"/>
                  <a:pt x="376780" y="272414"/>
                  <a:pt x="311791" y="183058"/>
                </a:cubicBezTo>
                <a:cubicBezTo>
                  <a:pt x="262436" y="114966"/>
                  <a:pt x="224321" y="53725"/>
                  <a:pt x="158091" y="53725"/>
                </a:cubicBezTo>
                <a:cubicBezTo>
                  <a:pt x="99976" y="53725"/>
                  <a:pt x="54988" y="100577"/>
                  <a:pt x="54988" y="160574"/>
                </a:cubicBezTo>
                <a:cubicBezTo>
                  <a:pt x="54988" y="220572"/>
                  <a:pt x="99976" y="266803"/>
                  <a:pt x="154964" y="266803"/>
                </a:cubicBezTo>
                <a:cubicBezTo>
                  <a:pt x="196827" y="266803"/>
                  <a:pt x="233679" y="239309"/>
                  <a:pt x="266804" y="187447"/>
                </a:cubicBezTo>
                <a:lnTo>
                  <a:pt x="314296" y="248046"/>
                </a:lnTo>
                <a:lnTo>
                  <a:pt x="314296" y="313655"/>
                </a:lnTo>
                <a:lnTo>
                  <a:pt x="259309" y="313655"/>
                </a:lnTo>
                <a:lnTo>
                  <a:pt x="259309" y="271812"/>
                </a:lnTo>
                <a:cubicBezTo>
                  <a:pt x="228970" y="304035"/>
                  <a:pt x="193521" y="320527"/>
                  <a:pt x="151838" y="320527"/>
                </a:cubicBezTo>
                <a:cubicBezTo>
                  <a:pt x="66230" y="320527"/>
                  <a:pt x="0" y="251793"/>
                  <a:pt x="0" y="160574"/>
                </a:cubicBezTo>
                <a:cubicBezTo>
                  <a:pt x="0" y="69356"/>
                  <a:pt x="68735" y="0"/>
                  <a:pt x="158091" y="0"/>
                </a:cubicBezTo>
                <a:close/>
              </a:path>
            </a:pathLst>
          </a:custGeom>
          <a:solidFill xmlns:a="http://schemas.openxmlformats.org/drawingml/2006/main">
            <a:srgbClr val="0027BD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>
                <a:solidFill>
                  <a:srgbClr val="000000">
                    <a:alpha val="0"/>
                  </a:srgbClr>
                </a:solidFill>
              </a:defRPr>
            </a:lvl1pPr>
            <a:lvl2pPr>
              <a:buNone/>
              <a:defRPr>
                <a:solidFill>
                  <a:srgbClr val="000000">
                    <a:alpha val="0"/>
                  </a:srgbClr>
                </a:solidFill>
              </a:defRPr>
            </a:lvl2pPr>
            <a:lvl3pPr>
              <a:buNone/>
              <a:defRPr>
                <a:solidFill>
                  <a:srgbClr val="000000">
                    <a:alpha val="0"/>
                  </a:srgbClr>
                </a:solidFill>
              </a:defRPr>
            </a:lvl3pPr>
            <a:lvl4pPr>
              <a:buNone/>
              <a:defRPr>
                <a:solidFill>
                  <a:srgbClr val="000000">
                    <a:alpha val="0"/>
                  </a:srgbClr>
                </a:solidFill>
              </a:defRPr>
            </a:lvl4pPr>
            <a:lvl5pPr>
              <a:buNone/>
              <a:defRPr>
                <a:solidFill>
                  <a:srgbClr val="000000">
                    <a:alpha val="0"/>
                  </a:srgb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matchingName="Título e conteúdo">
  <p:cSld name="1_Título e conteúdo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a4d00ffc17461d" /><Relationship Type="http://schemas.openxmlformats.org/officeDocument/2006/relationships/slideLayout" Target="/ppt/slideLayouts/slideLayout1.xml" Id="R36fa56c739574626" /><Relationship Type="http://schemas.openxmlformats.org/officeDocument/2006/relationships/slideLayout" Target="/ppt/slideLayouts/slideLayout2.xml" Id="R6906cc55298841d9" /><Relationship Type="http://schemas.openxmlformats.org/officeDocument/2006/relationships/slideLayout" Target="/ppt/slideLayouts/slideLayout3.xml" Id="R7fe2b54d74164a94" /><Relationship Type="http://schemas.openxmlformats.org/officeDocument/2006/relationships/slideLayout" Target="/ppt/slideLayouts/slideLayout4.xml" Id="R8119ac3ff7984bc6" /><Relationship Type="http://schemas.openxmlformats.org/officeDocument/2006/relationships/slideLayout" Target="/ppt/slideLayouts/slideLayout5.xml" Id="Rdaf7a3b9682046ab" /><Relationship Type="http://schemas.openxmlformats.org/officeDocument/2006/relationships/slideLayout" Target="/ppt/slideLayouts/slideLayout6.xml" Id="Re5dee4d102a540b2" /><Relationship Type="http://schemas.openxmlformats.org/officeDocument/2006/relationships/slideLayout" Target="/ppt/slideLayouts/slideLayout7.xml" Id="R8f3210892f544edb" /><Relationship Type="http://schemas.openxmlformats.org/officeDocument/2006/relationships/slideLayout" Target="/ppt/slideLayouts/slideLayout8.xml" Id="R631bcf69a38a4d32" /><Relationship Type="http://schemas.openxmlformats.org/officeDocument/2006/relationships/slideLayout" Target="/ppt/slideLayouts/slideLayout9.xml" Id="R0d48c41e6fb54ec8" /><Relationship Type="http://schemas.openxmlformats.org/officeDocument/2006/relationships/slideLayout" Target="/ppt/slideLayouts/slideLayout10.xml" Id="R858ee4d9e42d4e9c" /><Relationship Type="http://schemas.openxmlformats.org/officeDocument/2006/relationships/slideLayout" Target="/ppt/slideLayouts/slideLayout11.xml" Id="Rc5e61accffe54cec" /><Relationship Type="http://schemas.openxmlformats.org/officeDocument/2006/relationships/slideLayout" Target="/ppt/slideLayouts/slideLayout12.xml" Id="R24a5433b43a6429c" /><Relationship Type="http://schemas.openxmlformats.org/officeDocument/2006/relationships/slideLayout" Target="/ppt/slideLayouts/slideLayout13.xml" Id="Rb1b29118f4704a3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ço Reservado para Título 1">
            <a:extLst xmlns:a="http://schemas.openxmlformats.org/drawingml/2006/main">
              <a:ext uri="{FF2B5EF4-FFF2-40B4-BE49-F238E27FC236}">
                <a16:creationId xmlns:a16="http://schemas.microsoft.com/office/drawing/2014/main" id="{802938AA-D0C0-2648-3DB1-F715B413F4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3" name="Espaço Reservado para Texto 2">
            <a:extLst xmlns:a="http://schemas.openxmlformats.org/drawingml/2006/main">
              <a:ext uri="{FF2B5EF4-FFF2-40B4-BE49-F238E27FC236}">
                <a16:creationId xmlns:a16="http://schemas.microsoft.com/office/drawing/2014/main" id="{02F192B5-ACC0-488F-3954-C7307DD96C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Data 3">
            <a:extLst xmlns:a="http://schemas.openxmlformats.org/drawingml/2006/main">
              <a:ext uri="{FF2B5EF4-FFF2-40B4-BE49-F238E27FC236}">
                <a16:creationId xmlns:a16="http://schemas.microsoft.com/office/drawing/2014/main" id="{BEAE5455-56E9-F58C-65CC-50C4CF971C8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EF6E0F28-42CD-4558-B4F7-BBAFD4F20C29}" type="datetimeFigureOut">
              <a:t>05/10/2026</a:t>
            </a:fld>
            <a:endParaRPr/>
          </a:p>
        </p:txBody>
      </p:sp>
      <p:sp>
        <p:nvSpPr>
          <p:cNvPr id="5" name="Espaço Reservado para Rodapé 4">
            <a:extLst xmlns:a="http://schemas.openxmlformats.org/drawingml/2006/main">
              <a:ext uri="{FF2B5EF4-FFF2-40B4-BE49-F238E27FC236}">
                <a16:creationId xmlns:a16="http://schemas.microsoft.com/office/drawing/2014/main" id="{7B4A32B9-8C39-A169-FD3A-1B20D0874C5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9B6CA7B0-B885-5D94-226F-A10092FD8F3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96EE6597-B2A9-435C-A42E-CF0C7CD60F66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fa56c739574626"/>
    <p:sldLayoutId xmlns:r="http://schemas.openxmlformats.org/officeDocument/2006/relationships" id="2147483650" r:id="R6906cc55298841d9"/>
    <p:sldLayoutId xmlns:r="http://schemas.openxmlformats.org/officeDocument/2006/relationships" id="2147483651" r:id="R7fe2b54d74164a94"/>
    <p:sldLayoutId xmlns:r="http://schemas.openxmlformats.org/officeDocument/2006/relationships" id="2147483652" r:id="R8119ac3ff7984bc6"/>
    <p:sldLayoutId xmlns:r="http://schemas.openxmlformats.org/officeDocument/2006/relationships" id="2147483653" r:id="Rdaf7a3b9682046ab"/>
    <p:sldLayoutId xmlns:r="http://schemas.openxmlformats.org/officeDocument/2006/relationships" id="2147483654" r:id="Re5dee4d102a540b2"/>
    <p:sldLayoutId xmlns:r="http://schemas.openxmlformats.org/officeDocument/2006/relationships" id="2147483655" r:id="R8f3210892f544edb"/>
    <p:sldLayoutId xmlns:r="http://schemas.openxmlformats.org/officeDocument/2006/relationships" id="2147483656" r:id="R631bcf69a38a4d32"/>
    <p:sldLayoutId xmlns:r="http://schemas.openxmlformats.org/officeDocument/2006/relationships" id="2147483657" r:id="R0d48c41e6fb54ec8"/>
    <p:sldLayoutId xmlns:r="http://schemas.openxmlformats.org/officeDocument/2006/relationships" id="2147483658" r:id="R858ee4d9e42d4e9c"/>
    <p:sldLayoutId xmlns:r="http://schemas.openxmlformats.org/officeDocument/2006/relationships" id="2147483659" r:id="Rc5e61accffe54cec"/>
    <p:sldLayoutId xmlns:r="http://schemas.openxmlformats.org/officeDocument/2006/relationships" id="2147483660" r:id="R24a5433b43a6429c"/>
    <p:sldLayoutId xmlns:r="http://schemas.openxmlformats.org/officeDocument/2006/relationships" id="2147483661" r:id="Rb1b29118f4704a32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0b46734bd9e4fd7" /><Relationship Type="http://schemas.openxmlformats.org/officeDocument/2006/relationships/image" Target="/ppt/media/image.svg" Id="R6f3696a98e534957" /><Relationship Type="http://schemas.openxmlformats.org/officeDocument/2006/relationships/image" Target="/ppt/media/image.png" Id="Rb12c89ff548846c4" /><Relationship Type="http://schemas.openxmlformats.org/officeDocument/2006/relationships/notesSlide" Target="/ppt/notesSlides/notesSlide1.xml" Id="R4b1a5401e86e4b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6dac7c8ab4ae4e68" /><Relationship Type="http://schemas.openxmlformats.org/officeDocument/2006/relationships/image" Target="/ppt/media/image2.png" Id="R75777afc577d40b9" /><Relationship Type="http://schemas.openxmlformats.org/officeDocument/2006/relationships/image" Target="/ppt/media/image3.png" Id="Rd5193d14e6394f88" /><Relationship Type="http://schemas.openxmlformats.org/officeDocument/2006/relationships/image" Target="/ppt/media/image2.svg" Id="R0f6c804cc4fa4373" /><Relationship Type="http://schemas.openxmlformats.org/officeDocument/2006/relationships/notesSlide" Target="/ppt/notesSlides/notesSlide2.xml" Id="R50af04c0ee624c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7cde124ddcbd4caf" /><Relationship Type="http://schemas.openxmlformats.org/officeDocument/2006/relationships/image" Target="/ppt/media/image2.png" Id="R25b21de972564fb8" /><Relationship Type="http://schemas.openxmlformats.org/officeDocument/2006/relationships/image" Target="/ppt/media/image3.png" Id="R4a23c23a90924ed4" /><Relationship Type="http://schemas.openxmlformats.org/officeDocument/2006/relationships/image" Target="/ppt/media/image2.svg" Id="Rf61a9c14443f4113" /><Relationship Type="http://schemas.openxmlformats.org/officeDocument/2006/relationships/notesSlide" Target="/ppt/notesSlides/notesSlide3.xml" Id="R310ce642d99144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d082405bbd064f3f" /><Relationship Type="http://schemas.openxmlformats.org/officeDocument/2006/relationships/image" Target="/ppt/media/image2.png" Id="R532cf055892d488e" /><Relationship Type="http://schemas.openxmlformats.org/officeDocument/2006/relationships/image" Target="/ppt/media/image3.png" Id="R5c2f5e05d8084a18" /><Relationship Type="http://schemas.openxmlformats.org/officeDocument/2006/relationships/image" Target="/ppt/media/image2.svg" Id="R36c3683ccf904377" /><Relationship Type="http://schemas.openxmlformats.org/officeDocument/2006/relationships/notesSlide" Target="/ppt/notesSlides/notesSlide4.xml" Id="R3cc0c92daa784a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23a6d31ee09149ce" /><Relationship Type="http://schemas.openxmlformats.org/officeDocument/2006/relationships/image" Target="/ppt/media/image2.png" Id="R1315ad5e60784e97" /><Relationship Type="http://schemas.openxmlformats.org/officeDocument/2006/relationships/image" Target="/ppt/media/image3.png" Id="Rd4a9a1e6e93c4360" /><Relationship Type="http://schemas.openxmlformats.org/officeDocument/2006/relationships/image" Target="/ppt/media/image2.svg" Id="R5bedb489b7f64a8d" /><Relationship Type="http://schemas.openxmlformats.org/officeDocument/2006/relationships/notesSlide" Target="/ppt/notesSlides/notesSlide5.xml" Id="R5684a4653b2f4e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8580e3ce84ff4315" /><Relationship Type="http://schemas.openxmlformats.org/officeDocument/2006/relationships/image" Target="/ppt/media/image2.png" Id="Rcc4bdad24cec4014" /><Relationship Type="http://schemas.openxmlformats.org/officeDocument/2006/relationships/image" Target="/ppt/media/image3.png" Id="R98b77a8276054054" /><Relationship Type="http://schemas.openxmlformats.org/officeDocument/2006/relationships/image" Target="/ppt/media/image2.svg" Id="R55f992e2c759468b" /><Relationship Type="http://schemas.openxmlformats.org/officeDocument/2006/relationships/notesSlide" Target="/ppt/notesSlides/notesSlide6.xml" Id="R6f4d2a217d2546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8a5e5c7dcac245f8" /><Relationship Type="http://schemas.openxmlformats.org/officeDocument/2006/relationships/image" Target="/ppt/media/image2.png" Id="Rc2793759a8d74e24" /><Relationship Type="http://schemas.openxmlformats.org/officeDocument/2006/relationships/image" Target="/ppt/media/image3.png" Id="Rdfa0531da5684698" /><Relationship Type="http://schemas.openxmlformats.org/officeDocument/2006/relationships/image" Target="/ppt/media/image2.svg" Id="Ra132e26928184875" /><Relationship Type="http://schemas.openxmlformats.org/officeDocument/2006/relationships/notesSlide" Target="/ppt/notesSlides/notesSlide7.xml" Id="R467b647fae2242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151d661035004693" /><Relationship Type="http://schemas.openxmlformats.org/officeDocument/2006/relationships/image" Target="/ppt/media/image2.png" Id="R018e613f68f34600" /><Relationship Type="http://schemas.openxmlformats.org/officeDocument/2006/relationships/image" Target="/ppt/media/image3.png" Id="R880670b4256d4467" /><Relationship Type="http://schemas.openxmlformats.org/officeDocument/2006/relationships/image" Target="/ppt/media/image2.svg" Id="Rae7c87d1ebe54afd" /><Relationship Type="http://schemas.openxmlformats.org/officeDocument/2006/relationships/notesSlide" Target="/ppt/notesSlides/notesSlide8.xml" Id="Rba2c6ec914d8428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5230bf591ee14eb8" /><Relationship Type="http://schemas.openxmlformats.org/officeDocument/2006/relationships/image" Target="/ppt/media/image2.png" Id="Rbcd68d1c112e48d5" /><Relationship Type="http://schemas.openxmlformats.org/officeDocument/2006/relationships/image" Target="/ppt/media/image3.png" Id="R6c5746eb3f61435e" /><Relationship Type="http://schemas.openxmlformats.org/officeDocument/2006/relationships/image" Target="/ppt/media/image2.svg" Id="R1cecd3456d4f4a32" /><Relationship Type="http://schemas.openxmlformats.org/officeDocument/2006/relationships/image" Target="/ppt/media/image4.png" Id="R08b05e7200e3414a" /><Relationship Type="http://schemas.openxmlformats.org/officeDocument/2006/relationships/notesSlide" Target="/ppt/notesSlides/notesSlide9.xml" Id="Rc12a14950099487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c11c1736e0c3461e" /><Relationship Type="http://schemas.openxmlformats.org/officeDocument/2006/relationships/image" Target="/ppt/media/image2.png" Id="Rdf33f66444064f32" /><Relationship Type="http://schemas.openxmlformats.org/officeDocument/2006/relationships/image" Target="/ppt/media/image3.png" Id="R078e830b273f4be9" /><Relationship Type="http://schemas.openxmlformats.org/officeDocument/2006/relationships/image" Target="/ppt/media/image2.svg" Id="Re505ec4e212a4b46" /><Relationship Type="http://schemas.openxmlformats.org/officeDocument/2006/relationships/notesSlide" Target="/ppt/notesSlides/notesSlide10.xml" Id="R3baa1b81c2aa48f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0bf1af02f33240c5" /><Relationship Type="http://schemas.openxmlformats.org/officeDocument/2006/relationships/image" Target="/ppt/media/image2.png" Id="R9469f0f0ab294277" /><Relationship Type="http://schemas.openxmlformats.org/officeDocument/2006/relationships/image" Target="/ppt/media/image3.png" Id="R99b4962a2b51442d" /><Relationship Type="http://schemas.openxmlformats.org/officeDocument/2006/relationships/image" Target="/ppt/media/image2.svg" Id="R79c7782776294719" /><Relationship Type="http://schemas.openxmlformats.org/officeDocument/2006/relationships/notesSlide" Target="/ppt/notesSlides/notesSlide11.xml" Id="Rba9013162cdc459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95c5c557a2d54488" /><Relationship Type="http://schemas.openxmlformats.org/officeDocument/2006/relationships/image" Target="/ppt/media/image2.png" Id="R44a4ba116d1243e9" /><Relationship Type="http://schemas.openxmlformats.org/officeDocument/2006/relationships/image" Target="/ppt/media/image3.png" Id="R7f4d9346198642b6" /><Relationship Type="http://schemas.openxmlformats.org/officeDocument/2006/relationships/image" Target="/ppt/media/image2.svg" Id="Re7f4fa28e6b5404e" /><Relationship Type="http://schemas.openxmlformats.org/officeDocument/2006/relationships/notesSlide" Target="/ppt/notesSlides/notesSlide12.xml" Id="R73ee3d76d0cc4ff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spaço Reservado para Texto 9">
            <a:extLst xmlns:a="http://schemas.openxmlformats.org/drawingml/2006/main">
              <a:ext uri="{FF2B5EF4-FFF2-40B4-BE49-F238E27FC236}">
                <a16:creationId xmlns:a16="http://schemas.microsoft.com/office/drawing/2014/main" id="{3E599F85-D4ED-3CAB-FD14-86E414DF865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Espaço Reservado para Texto 10">
            <a:extLst xmlns:a="http://schemas.openxmlformats.org/drawingml/2006/main">
              <a:ext uri="{FF2B5EF4-FFF2-40B4-BE49-F238E27FC236}">
                <a16:creationId xmlns:a16="http://schemas.microsoft.com/office/drawing/2014/main" id="{7833CD8A-B2D6-D855-FE64-F32FF14F25EE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nome">
            <a:extLst xmlns:a="http://schemas.openxmlformats.org/drawingml/2006/main">
              <a:ext uri="{FF2B5EF4-FFF2-40B4-BE49-F238E27FC236}">
                <a16:creationId xmlns:a16="http://schemas.microsoft.com/office/drawing/2014/main" id="{DF05394A-7B6D-4827-8297-B27B60CA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47800"/>
            <a:ext cx="933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7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ctr">
              <a:buNone/>
              <a:defRPr sz="7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7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AEBOT</a:t>
            </a:r>
          </a:p>
        </p:txBody>
      </p:sp>
      <p:sp>
        <p:nvSpPr>
          <p:cNvPr id="13" name="subtitulo">
            <a:extLst xmlns:a="http://schemas.openxmlformats.org/drawingml/2006/main">
              <a:ext uri="{FF2B5EF4-FFF2-40B4-BE49-F238E27FC236}">
                <a16:creationId xmlns:a16="http://schemas.microsoft.com/office/drawing/2014/main" id="{7192E388-FFF5-4694-B991-CBB426EA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0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buNone/>
              <a:defRPr sz="30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Assistente de Análise de Ordens de Serviço</a:t>
            </a:r>
          </a:p>
        </p:txBody>
      </p:sp>
      <p:sp>
        <p:nvSpPr>
          <p:cNvPr id="14" name="autor">
            <a:extLst xmlns:a="http://schemas.openxmlformats.org/drawingml/2006/main">
              <a:ext uri="{FF2B5EF4-FFF2-40B4-BE49-F238E27FC236}">
                <a16:creationId xmlns:a16="http://schemas.microsoft.com/office/drawing/2014/main" id="{B0C86B72-24D5-4E4E-9DA3-8AF86257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143375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ctr">
              <a:buNone/>
              <a:def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Pedro Lucas Botelho</a:t>
            </a:r>
          </a:p>
        </p:txBody>
      </p:sp>
      <p:sp>
        <p:nvSpPr>
          <p:cNvPr id="15" name="edicao">
            <a:extLst xmlns:a="http://schemas.openxmlformats.org/drawingml/2006/main">
              <a:ext uri="{FF2B5EF4-FFF2-40B4-BE49-F238E27FC236}">
                <a16:creationId xmlns:a16="http://schemas.microsoft.com/office/drawing/2014/main" id="{6F6DBA52-7717-411B-9EB9-E8100E64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381625"/>
            <a:ext cx="5238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buNone/>
              <a:defRPr sz="18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Projeto em desenvolvimento</a:t>
            </a:r>
          </a:p>
          <a:p xmlns:a="http://schemas.openxmlformats.org/drawingml/2006/main">
            <a:pPr algn="ctr">
              <a:buNone/>
              <a:defRPr sz="18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Outubro de 2026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557604-BD31-4447-8D20-4B720999E0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2c89ff548846c4">
            <a:extLst>
              <a:ext uri="{96DAC541-7B7A-43D3-8B79-37D633B846F1}">
                <asvg:svgBlip xmlns:asvg="http://schemas.microsoft.com/office/drawing/2016/SVG/main" r:embed="R6f3696a98e53495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961275" y="6418421"/>
            <a:ext cx="954977" cy="2605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36341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>
            <a:extLst xmlns:a="http://schemas.openxmlformats.org/drawingml/2006/main">
              <a:ext uri="{FF2B5EF4-FFF2-40B4-BE49-F238E27FC236}">
                <a16:creationId xmlns:a16="http://schemas.microsoft.com/office/drawing/2014/main" id="{38EC06D9-EC0D-4D85-94FB-4834B3FCD7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777afc577d40b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Graphic 1">
            <a:extLst xmlns:a="http://schemas.openxmlformats.org/drawingml/2006/main">
              <a:ext uri="{FF2B5EF4-FFF2-40B4-BE49-F238E27FC236}">
                <a16:creationId xmlns:a16="http://schemas.microsoft.com/office/drawing/2014/main" id="{6FB7A79D-E4BB-4997-967C-1ED2C3476D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193d14e6394f88">
            <a:extLst>
              <a:ext uri="{96DAC541-7B7A-43D3-8B79-37D633B846F1}">
                <asvg:svgBlip xmlns:asvg="http://schemas.microsoft.com/office/drawing/2016/SVG/main" r:embed="R0f6c804cc4fa437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61253" y="6418396"/>
            <a:ext cx="954951" cy="260544"/>
          </a:xfrm>
          <a:prstGeom xmlns:a="http://schemas.openxmlformats.org/drawingml/2006/main" prst="rect">
            <a:avLst/>
          </a:prstGeom>
        </p:spPr>
      </p:pic>
      <p:sp>
        <p:nvSpPr>
          <p:cNvPr id="17" name="CaixaDeTexto 16">
            <a:extLst xmlns:a="http://schemas.openxmlformats.org/drawingml/2006/main">
              <a:ext uri="{FF2B5EF4-FFF2-40B4-BE49-F238E27FC236}">
                <a16:creationId xmlns:a16="http://schemas.microsoft.com/office/drawing/2014/main" id="{2658AB85-F832-39C9-57C9-ECDEBC73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746" y="1287304"/>
            <a:ext cx="10164509" cy="4733258"/>
          </a:xfrm>
          <a:prstGeom xmlns:a="http://schemas.openxmlformats.org/drawingml/2006/main" prst="flowChartAlternateProcess">
            <a:avLst/>
          </a:prstGeom>
          <a:ln xmlns:a="http://schemas.openxmlformats.org/drawingml/2006/main">
            <a:solidFill>
              <a:srgbClr val="070E7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070E73"/>
                </a:solidFill>
              </a:rPr>
              <a:t/>
            </a:r>
          </a:p>
        </p:txBody>
      </p:sp>
      <p:sp>
        <p:nvSpPr>
          <p:cNvPr id="18" name="titulo">
            <a:extLst xmlns:a="http://schemas.openxmlformats.org/drawingml/2006/main">
              <a:ext uri="{FF2B5EF4-FFF2-40B4-BE49-F238E27FC236}">
                <a16:creationId xmlns:a16="http://schemas.microsoft.com/office/drawing/2014/main" id="{983318B0-82CF-4831-BDB4-BE4D48FC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8115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De onde veio a ideia</a:t>
            </a:r>
          </a:p>
        </p:txBody>
      </p:sp>
      <p:sp>
        <p:nvSpPr>
          <p:cNvPr id="19" name="analistas">
            <a:extLst xmlns:a="http://schemas.openxmlformats.org/drawingml/2006/main">
              <a:ext uri="{FF2B5EF4-FFF2-40B4-BE49-F238E27FC236}">
                <a16:creationId xmlns:a16="http://schemas.microsoft.com/office/drawing/2014/main" id="{E81D6DFC-CECD-429E-BE69-17B09927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19375"/>
            <a:ext cx="438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buNone/>
              <a:defRPr sz="40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40 analistas</a:t>
            </a:r>
          </a:p>
        </p:txBody>
      </p:sp>
      <p:sp>
        <p:nvSpPr>
          <p:cNvPr id="20" name="volume">
            <a:extLst xmlns:a="http://schemas.openxmlformats.org/drawingml/2006/main">
              <a:ext uri="{FF2B5EF4-FFF2-40B4-BE49-F238E27FC236}">
                <a16:creationId xmlns:a16="http://schemas.microsoft.com/office/drawing/2014/main" id="{98BC34CA-2A4D-48C7-95E9-A05CABFB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19375"/>
            <a:ext cx="4714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Mais de 3.000 OS/dia</a:t>
            </a:r>
          </a:p>
        </p:txBody>
      </p:sp>
      <p:sp>
        <p:nvSpPr>
          <p:cNvPr id="21" name="contexto">
            <a:extLst xmlns:a="http://schemas.openxmlformats.org/drawingml/2006/main">
              <a:ext uri="{FF2B5EF4-FFF2-40B4-BE49-F238E27FC236}">
                <a16:creationId xmlns:a16="http://schemas.microsoft.com/office/drawing/2014/main" id="{51EBEC1E-6E28-4F44-AB1F-FBAA6E44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09975"/>
            <a:ext cx="9477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Uma foto, um desdobro ou um detalhe da execução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pode mudar a conclusão de uma OS.</a:t>
            </a:r>
          </a:p>
        </p:txBody>
      </p:sp>
      <p:sp>
        <p:nvSpPr>
          <p:cNvPr id="22" name="objetivo">
            <a:extLst xmlns:a="http://schemas.openxmlformats.org/drawingml/2006/main">
              <a:ext uri="{FF2B5EF4-FFF2-40B4-BE49-F238E27FC236}">
                <a16:creationId xmlns:a16="http://schemas.microsoft.com/office/drawing/2014/main" id="{79FCEC18-4EE3-4099-A0A4-1CF6B16C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81550"/>
            <a:ext cx="942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Criei o AEBOT para ajudar nessas dúvidas, usando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as regras que já fazem parte da nossa análise.</a:t>
            </a:r>
          </a:p>
        </p:txBody>
      </p:sp>
    </p:spTree>
    <p:extLst>
      <p:ext uri="{BB962C8B-B14F-4D97-AF65-F5344CB8AC3E}">
        <p14:creationId xmlns:p14="http://schemas.microsoft.com/office/powerpoint/2010/main" val="12594378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>
            <a:extLst xmlns:a="http://schemas.openxmlformats.org/drawingml/2006/main">
              <a:ext uri="{FF2B5EF4-FFF2-40B4-BE49-F238E27FC236}">
                <a16:creationId xmlns:a16="http://schemas.microsoft.com/office/drawing/2014/main" id="{20CD988B-7E71-4641-A621-92AB6883A9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b21de972564fb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Graphic 1">
            <a:extLst xmlns:a="http://schemas.openxmlformats.org/drawingml/2006/main">
              <a:ext uri="{FF2B5EF4-FFF2-40B4-BE49-F238E27FC236}">
                <a16:creationId xmlns:a16="http://schemas.microsoft.com/office/drawing/2014/main" id="{EA95BDC4-61C2-4F4B-9D9D-DE620A691D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23c23a90924ed4">
            <a:extLst>
              <a:ext uri="{96DAC541-7B7A-43D3-8B79-37D633B846F1}">
                <asvg:svgBlip xmlns:asvg="http://schemas.microsoft.com/office/drawing/2016/SVG/main" r:embed="Rf61a9c14443f411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61253" y="6418396"/>
            <a:ext cx="954951" cy="260544"/>
          </a:xfrm>
          <a:prstGeom xmlns:a="http://schemas.openxmlformats.org/drawingml/2006/main" prst="rect">
            <a:avLst/>
          </a:prstGeom>
        </p:spPr>
      </p:pic>
      <p:sp>
        <p:nvSpPr>
          <p:cNvPr id="17" name="CaixaDeTexto 16">
            <a:extLst xmlns:a="http://schemas.openxmlformats.org/drawingml/2006/main">
              <a:ext uri="{FF2B5EF4-FFF2-40B4-BE49-F238E27FC236}">
                <a16:creationId xmlns:a16="http://schemas.microsoft.com/office/drawing/2014/main" id="{2658AB85-F832-39C9-57C9-ECDEBC73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746" y="1287304"/>
            <a:ext cx="10164509" cy="4733258"/>
          </a:xfrm>
          <a:prstGeom xmlns:a="http://schemas.openxmlformats.org/drawingml/2006/main" prst="flowChartAlternateProcess">
            <a:avLst/>
          </a:prstGeom>
          <a:ln xmlns:a="http://schemas.openxmlformats.org/drawingml/2006/main">
            <a:solidFill>
              <a:srgbClr val="070E7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070E73"/>
                </a:solidFill>
              </a:rPr>
              <a:t/>
            </a:r>
          </a:p>
        </p:txBody>
      </p:sp>
      <p:sp>
        <p:nvSpPr>
          <p:cNvPr id="18" name="titulo">
            <a:extLst xmlns:a="http://schemas.openxmlformats.org/drawingml/2006/main">
              <a:ext uri="{FF2B5EF4-FFF2-40B4-BE49-F238E27FC236}">
                <a16:creationId xmlns:a16="http://schemas.microsoft.com/office/drawing/2014/main" id="{A24AFC82-0721-45B1-BD0E-57B0DED8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8115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O que é o AEBOT</a:t>
            </a:r>
          </a:p>
        </p:txBody>
      </p:sp>
      <p:sp>
        <p:nvSpPr>
          <p:cNvPr id="19" name="destaque-271">
            <a:extLst xmlns:a="http://schemas.openxmlformats.org/drawingml/2006/main">
              <a:ext uri="{FF2B5EF4-FFF2-40B4-BE49-F238E27FC236}">
                <a16:creationId xmlns:a16="http://schemas.microsoft.com/office/drawing/2014/main" id="{6D004A27-1E78-4AF6-B93F-85C6952D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812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Um assistente para consultar durante a análise</a:t>
            </a:r>
          </a:p>
        </p:txBody>
      </p:sp>
      <p:sp>
        <p:nvSpPr>
          <p:cNvPr id="20" name="explicacao-271">
            <a:extLst xmlns:a="http://schemas.openxmlformats.org/drawingml/2006/main">
              <a:ext uri="{FF2B5EF4-FFF2-40B4-BE49-F238E27FC236}">
                <a16:creationId xmlns:a16="http://schemas.microsoft.com/office/drawing/2014/main" id="{1AFC3C17-AD1C-4A2F-A2C2-855F65BA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00375"/>
            <a:ext cx="9477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Você conta o caso do seu jeito e tira a dúvida no chat.</a:t>
            </a:r>
          </a:p>
        </p:txBody>
      </p:sp>
      <p:sp>
        <p:nvSpPr>
          <p:cNvPr id="21" name="destaque-401">
            <a:extLst xmlns:a="http://schemas.openxmlformats.org/drawingml/2006/main">
              <a:ext uri="{FF2B5EF4-FFF2-40B4-BE49-F238E27FC236}">
                <a16:creationId xmlns:a16="http://schemas.microsoft.com/office/drawing/2014/main" id="{10BFEB8D-719B-4F7B-9043-FAB31EDC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95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Ele relaciona o relato com as regras do serviço</a:t>
            </a:r>
          </a:p>
        </p:txBody>
      </p:sp>
      <p:sp>
        <p:nvSpPr>
          <p:cNvPr id="22" name="explicacao-401">
            <a:extLst xmlns:a="http://schemas.openxmlformats.org/drawingml/2006/main">
              <a:ext uri="{FF2B5EF4-FFF2-40B4-BE49-F238E27FC236}">
                <a16:creationId xmlns:a16="http://schemas.microsoft.com/office/drawing/2014/main" id="{E40F2241-4480-4DCE-9261-BBCC25C1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38625"/>
            <a:ext cx="9477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Responde de forma direta e pergunta quando precisa.</a:t>
            </a:r>
          </a:p>
        </p:txBody>
      </p:sp>
      <p:sp>
        <p:nvSpPr>
          <p:cNvPr id="23" name="responsabilidade">
            <a:extLst xmlns:a="http://schemas.openxmlformats.org/drawingml/2006/main">
              <a:ext uri="{FF2B5EF4-FFF2-40B4-BE49-F238E27FC236}">
                <a16:creationId xmlns:a16="http://schemas.microsoft.com/office/drawing/2014/main" id="{696E9299-7F3E-4A34-A639-288C3C8D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38750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O analista confere a OS e registra a conclusão no sistema.</a:t>
            </a:r>
          </a:p>
        </p:txBody>
      </p:sp>
    </p:spTree>
    <p:extLst>
      <p:ext uri="{BB962C8B-B14F-4D97-AF65-F5344CB8AC3E}">
        <p14:creationId xmlns:p14="http://schemas.microsoft.com/office/powerpoint/2010/main" val="125943789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>
            <a:extLst xmlns:a="http://schemas.openxmlformats.org/drawingml/2006/main">
              <a:ext uri="{FF2B5EF4-FFF2-40B4-BE49-F238E27FC236}">
                <a16:creationId xmlns:a16="http://schemas.microsoft.com/office/drawing/2014/main" id="{5AE665DC-5860-463A-92FA-389DC1E72C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2cf055892d488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Graphic 1">
            <a:extLst xmlns:a="http://schemas.openxmlformats.org/drawingml/2006/main">
              <a:ext uri="{FF2B5EF4-FFF2-40B4-BE49-F238E27FC236}">
                <a16:creationId xmlns:a16="http://schemas.microsoft.com/office/drawing/2014/main" id="{4A7D1846-1F5A-49C7-88ED-F765B35D95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2f5e05d8084a18">
            <a:extLst>
              <a:ext uri="{96DAC541-7B7A-43D3-8B79-37D633B846F1}">
                <asvg:svgBlip xmlns:asvg="http://schemas.microsoft.com/office/drawing/2016/SVG/main" r:embed="R36c3683ccf90437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61253" y="6418396"/>
            <a:ext cx="954951" cy="260544"/>
          </a:xfrm>
          <a:prstGeom xmlns:a="http://schemas.openxmlformats.org/drawingml/2006/main" prst="rect">
            <a:avLst/>
          </a:prstGeom>
        </p:spPr>
      </p:pic>
      <p:sp>
        <p:nvSpPr>
          <p:cNvPr id="17" name="CaixaDeTexto 16">
            <a:extLst xmlns:a="http://schemas.openxmlformats.org/drawingml/2006/main">
              <a:ext uri="{FF2B5EF4-FFF2-40B4-BE49-F238E27FC236}">
                <a16:creationId xmlns:a16="http://schemas.microsoft.com/office/drawing/2014/main" id="{2658AB85-F832-39C9-57C9-ECDEBC73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746" y="1287304"/>
            <a:ext cx="10164509" cy="4733258"/>
          </a:xfrm>
          <a:prstGeom xmlns:a="http://schemas.openxmlformats.org/drawingml/2006/main" prst="flowChartAlternateProcess">
            <a:avLst/>
          </a:prstGeom>
          <a:ln xmlns:a="http://schemas.openxmlformats.org/drawingml/2006/main">
            <a:solidFill>
              <a:srgbClr val="070E7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070E73"/>
                </a:solidFill>
              </a:rPr>
              <a:t/>
            </a:r>
          </a:p>
        </p:txBody>
      </p:sp>
      <p:sp>
        <p:nvSpPr>
          <p:cNvPr id="18" name="titulo">
            <a:extLst xmlns:a="http://schemas.openxmlformats.org/drawingml/2006/main">
              <a:ext uri="{FF2B5EF4-FFF2-40B4-BE49-F238E27FC236}">
                <a16:creationId xmlns:a16="http://schemas.microsoft.com/office/drawing/2014/main" id="{A645BBEC-A665-4E3D-84C7-A1878A2C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8115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Como ele chega à resposta</a:t>
            </a:r>
          </a:p>
        </p:txBody>
      </p:sp>
      <p:sp>
        <p:nvSpPr>
          <p:cNvPr id="19" name="etapa1">
            <a:extLst xmlns:a="http://schemas.openxmlformats.org/drawingml/2006/main">
              <a:ext uri="{FF2B5EF4-FFF2-40B4-BE49-F238E27FC236}">
                <a16:creationId xmlns:a16="http://schemas.microsoft.com/office/drawing/2014/main" id="{FDC4ABC0-FFA5-4547-B5DE-2A77ECB2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09850"/>
            <a:ext cx="938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1. Entende o que foi relatado na conversa.</a:t>
            </a:r>
          </a:p>
        </p:txBody>
      </p:sp>
      <p:sp>
        <p:nvSpPr>
          <p:cNvPr id="20" name="etapa2">
            <a:extLst xmlns:a="http://schemas.openxmlformats.org/drawingml/2006/main">
              <a:ext uri="{FF2B5EF4-FFF2-40B4-BE49-F238E27FC236}">
                <a16:creationId xmlns:a16="http://schemas.microsoft.com/office/drawing/2014/main" id="{EE4AAC03-BAA8-4FE6-945A-36A9C1E1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43275"/>
            <a:ext cx="938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2. Busca as regras do serviço escolhido.</a:t>
            </a:r>
          </a:p>
        </p:txBody>
      </p:sp>
      <p:sp>
        <p:nvSpPr>
          <p:cNvPr id="21" name="etapa3">
            <a:extLst xmlns:a="http://schemas.openxmlformats.org/drawingml/2006/main">
              <a:ext uri="{FF2B5EF4-FFF2-40B4-BE49-F238E27FC236}">
                <a16:creationId xmlns:a16="http://schemas.microsoft.com/office/drawing/2014/main" id="{6A34D72C-B796-4411-A109-02E1A7E5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76700"/>
            <a:ext cx="938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3. Confere se faltam informações para orientar.</a:t>
            </a:r>
          </a:p>
        </p:txBody>
      </p:sp>
      <p:sp>
        <p:nvSpPr>
          <p:cNvPr id="22" name="etapa4">
            <a:extLst xmlns:a="http://schemas.openxmlformats.org/drawingml/2006/main">
              <a:ext uri="{FF2B5EF4-FFF2-40B4-BE49-F238E27FC236}">
                <a16:creationId xmlns:a16="http://schemas.microsoft.com/office/drawing/2014/main" id="{3386F4A6-EF59-4860-8499-F854280D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10125"/>
            <a:ext cx="938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4. Explica a conclusão e o que precisa ser feito.</a:t>
            </a:r>
          </a:p>
        </p:txBody>
      </p:sp>
    </p:spTree>
    <p:extLst>
      <p:ext uri="{BB962C8B-B14F-4D97-AF65-F5344CB8AC3E}">
        <p14:creationId xmlns:p14="http://schemas.microsoft.com/office/powerpoint/2010/main" val="125943789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>
            <a:extLst xmlns:a="http://schemas.openxmlformats.org/drawingml/2006/main">
              <a:ext uri="{FF2B5EF4-FFF2-40B4-BE49-F238E27FC236}">
                <a16:creationId xmlns:a16="http://schemas.microsoft.com/office/drawing/2014/main" id="{AE7D96A4-1D94-4FB0-8557-6CD24BC350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15ad5e60784e9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Graphic 1">
            <a:extLst xmlns:a="http://schemas.openxmlformats.org/drawingml/2006/main">
              <a:ext uri="{FF2B5EF4-FFF2-40B4-BE49-F238E27FC236}">
                <a16:creationId xmlns:a16="http://schemas.microsoft.com/office/drawing/2014/main" id="{23463382-71BD-40B8-8173-D7E48DA1FB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a9a1e6e93c4360">
            <a:extLst>
              <a:ext uri="{96DAC541-7B7A-43D3-8B79-37D633B846F1}">
                <asvg:svgBlip xmlns:asvg="http://schemas.microsoft.com/office/drawing/2016/SVG/main" r:embed="R5bedb489b7f64a8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61253" y="6418396"/>
            <a:ext cx="954951" cy="260544"/>
          </a:xfrm>
          <a:prstGeom xmlns:a="http://schemas.openxmlformats.org/drawingml/2006/main" prst="rect">
            <a:avLst/>
          </a:prstGeom>
        </p:spPr>
      </p:pic>
      <p:sp>
        <p:nvSpPr>
          <p:cNvPr id="17" name="CaixaDeTexto 16">
            <a:extLst xmlns:a="http://schemas.openxmlformats.org/drawingml/2006/main">
              <a:ext uri="{FF2B5EF4-FFF2-40B4-BE49-F238E27FC236}">
                <a16:creationId xmlns:a16="http://schemas.microsoft.com/office/drawing/2014/main" id="{2658AB85-F832-39C9-57C9-ECDEBC73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746" y="1287304"/>
            <a:ext cx="10164509" cy="4733258"/>
          </a:xfrm>
          <a:prstGeom xmlns:a="http://schemas.openxmlformats.org/drawingml/2006/main" prst="flowChartAlternateProcess">
            <a:avLst/>
          </a:prstGeom>
          <a:ln xmlns:a="http://schemas.openxmlformats.org/drawingml/2006/main">
            <a:solidFill>
              <a:srgbClr val="070E7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070E73"/>
                </a:solidFill>
              </a:rPr>
              <a:t/>
            </a:r>
          </a:p>
        </p:txBody>
      </p:sp>
      <p:sp>
        <p:nvSpPr>
          <p:cNvPr id="18" name="titulo">
            <a:extLst xmlns:a="http://schemas.openxmlformats.org/drawingml/2006/main">
              <a:ext uri="{FF2B5EF4-FFF2-40B4-BE49-F238E27FC236}">
                <a16:creationId xmlns:a16="http://schemas.microsoft.com/office/drawing/2014/main" id="{E1A4AD43-E82A-4C05-9AAA-9041CC73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8115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As conclusões da análise</a:t>
            </a:r>
          </a:p>
        </p:txBody>
      </p:sp>
      <p:sp>
        <p:nvSpPr>
          <p:cNvPr id="19" name="conforme">
            <a:extLst xmlns:a="http://schemas.openxmlformats.org/drawingml/2006/main">
              <a:ext uri="{FF2B5EF4-FFF2-40B4-BE49-F238E27FC236}">
                <a16:creationId xmlns:a16="http://schemas.microsoft.com/office/drawing/2014/main" id="{DE8A16B4-34ED-4010-8D2A-B1F49A92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908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Conforme</a:t>
            </a:r>
          </a:p>
        </p:txBody>
      </p:sp>
      <p:sp>
        <p:nvSpPr>
          <p:cNvPr id="20" name="conforme-desc">
            <a:extLst xmlns:a="http://schemas.openxmlformats.org/drawingml/2006/main">
              <a:ext uri="{FF2B5EF4-FFF2-40B4-BE49-F238E27FC236}">
                <a16:creationId xmlns:a16="http://schemas.microsoft.com/office/drawing/2014/main" id="{5A187C39-F7F8-49B1-A6C8-C5371FED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28900"/>
            <a:ext cx="623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Serviço aprovado e correto.</a:t>
            </a:r>
          </a:p>
        </p:txBody>
      </p:sp>
      <p:sp>
        <p:nvSpPr>
          <p:cNvPr id="21" name="nc">
            <a:extLst xmlns:a="http://schemas.openxmlformats.org/drawingml/2006/main">
              <a:ext uri="{FF2B5EF4-FFF2-40B4-BE49-F238E27FC236}">
                <a16:creationId xmlns:a16="http://schemas.microsoft.com/office/drawing/2014/main" id="{AB99D921-4093-4328-AE7C-33AD930E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81375"/>
            <a:ext cx="3095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Não Conforme</a:t>
            </a:r>
          </a:p>
        </p:txBody>
      </p:sp>
      <p:sp>
        <p:nvSpPr>
          <p:cNvPr id="22" name="nc-desc">
            <a:extLst xmlns:a="http://schemas.openxmlformats.org/drawingml/2006/main">
              <a:ext uri="{FF2B5EF4-FFF2-40B4-BE49-F238E27FC236}">
                <a16:creationId xmlns:a16="http://schemas.microsoft.com/office/drawing/2014/main" id="{38FCDFCA-C76A-4265-BF88-D13EBA2D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419475"/>
            <a:ext cx="62388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Aprovação com correção ou apontamento.</a:t>
            </a:r>
          </a:p>
        </p:txBody>
      </p:sp>
      <p:sp>
        <p:nvSpPr>
          <p:cNvPr id="23" name="reprovado">
            <a:extLst xmlns:a="http://schemas.openxmlformats.org/drawingml/2006/main">
              <a:ext uri="{FF2B5EF4-FFF2-40B4-BE49-F238E27FC236}">
                <a16:creationId xmlns:a16="http://schemas.microsoft.com/office/drawing/2014/main" id="{9889DDC1-2DF5-4EF5-8F68-697ABD39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95775"/>
            <a:ext cx="300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Reprovado</a:t>
            </a:r>
          </a:p>
        </p:txBody>
      </p:sp>
      <p:sp>
        <p:nvSpPr>
          <p:cNvPr id="24" name="reprovado-desc">
            <a:extLst xmlns:a="http://schemas.openxmlformats.org/drawingml/2006/main">
              <a:ext uri="{FF2B5EF4-FFF2-40B4-BE49-F238E27FC236}">
                <a16:creationId xmlns:a16="http://schemas.microsoft.com/office/drawing/2014/main" id="{848582C9-737F-4A31-AEA3-DC318D99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333875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Falha grave ou execução sem evidência suficiente.</a:t>
            </a:r>
          </a:p>
        </p:txBody>
      </p:sp>
      <p:sp>
        <p:nvSpPr>
          <p:cNvPr id="25" name="sem-decisao">
            <a:extLst xmlns:a="http://schemas.openxmlformats.org/drawingml/2006/main">
              <a:ext uri="{FF2B5EF4-FFF2-40B4-BE49-F238E27FC236}">
                <a16:creationId xmlns:a16="http://schemas.microsoft.com/office/drawing/2014/main" id="{E150ADB6-01DB-48ED-9952-C591A9C0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149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Sem informação ou regra suficiente, ele explica o que falta.</a:t>
            </a:r>
          </a:p>
        </p:txBody>
      </p:sp>
    </p:spTree>
    <p:extLst>
      <p:ext uri="{BB962C8B-B14F-4D97-AF65-F5344CB8AC3E}">
        <p14:creationId xmlns:p14="http://schemas.microsoft.com/office/powerpoint/2010/main" val="125943789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>
            <a:extLst xmlns:a="http://schemas.openxmlformats.org/drawingml/2006/main">
              <a:ext uri="{FF2B5EF4-FFF2-40B4-BE49-F238E27FC236}">
                <a16:creationId xmlns:a16="http://schemas.microsoft.com/office/drawing/2014/main" id="{4602DAFB-AF08-4387-B13A-774417AC46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4bdad24cec401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Graphic 1">
            <a:extLst xmlns:a="http://schemas.openxmlformats.org/drawingml/2006/main">
              <a:ext uri="{FF2B5EF4-FFF2-40B4-BE49-F238E27FC236}">
                <a16:creationId xmlns:a16="http://schemas.microsoft.com/office/drawing/2014/main" id="{8F518AE3-A30A-4E86-ADF8-72173206FE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b77a8276054054">
            <a:extLst>
              <a:ext uri="{96DAC541-7B7A-43D3-8B79-37D633B846F1}">
                <asvg:svgBlip xmlns:asvg="http://schemas.microsoft.com/office/drawing/2016/SVG/main" r:embed="R55f992e2c759468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61253" y="6418396"/>
            <a:ext cx="954951" cy="260544"/>
          </a:xfrm>
          <a:prstGeom xmlns:a="http://schemas.openxmlformats.org/drawingml/2006/main" prst="rect">
            <a:avLst/>
          </a:prstGeom>
        </p:spPr>
      </p:pic>
      <p:sp>
        <p:nvSpPr>
          <p:cNvPr id="17" name="CaixaDeTexto 16">
            <a:extLst xmlns:a="http://schemas.openxmlformats.org/drawingml/2006/main">
              <a:ext uri="{FF2B5EF4-FFF2-40B4-BE49-F238E27FC236}">
                <a16:creationId xmlns:a16="http://schemas.microsoft.com/office/drawing/2014/main" id="{2658AB85-F832-39C9-57C9-ECDEBC73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746" y="1287304"/>
            <a:ext cx="10164509" cy="4733258"/>
          </a:xfrm>
          <a:prstGeom xmlns:a="http://schemas.openxmlformats.org/drawingml/2006/main" prst="flowChartAlternateProcess">
            <a:avLst/>
          </a:prstGeom>
          <a:ln xmlns:a="http://schemas.openxmlformats.org/drawingml/2006/main">
            <a:solidFill>
              <a:srgbClr val="070E7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070E73"/>
                </a:solidFill>
              </a:rPr>
              <a:t/>
            </a:r>
          </a:p>
        </p:txBody>
      </p:sp>
      <p:sp>
        <p:nvSpPr>
          <p:cNvPr id="18" name="titulo">
            <a:extLst xmlns:a="http://schemas.openxmlformats.org/drawingml/2006/main">
              <a:ext uri="{FF2B5EF4-FFF2-40B4-BE49-F238E27FC236}">
                <a16:creationId xmlns:a16="http://schemas.microsoft.com/office/drawing/2014/main" id="{4173502D-6905-4EBA-8135-A6E55861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8115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Exemplo: Repavimentação Asfalto</a:t>
            </a:r>
          </a:p>
        </p:txBody>
      </p:sp>
      <p:graphicFrame>
        <p:nvGraphicFrame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6A5D5F-6979-406C-A379-80F44019D4E2}"/>
              </a:ext>
            </a:extLst>
          </p:cNvPr>
          <p:cNvGraphicFramePr/>
          <p:nvPr/>
        </p:nvGraphicFramePr>
        <p:xfrm>
          <a:off xmlns:a="http://schemas.openxmlformats.org/drawingml/2006/main" x="1333500" y="2667000"/>
          <a:ext xmlns:a="http://schemas.openxmlformats.org/drawingml/2006/main" cx="9477375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096000"/>
                <a:gridCol w="3381375"/>
              </a:tblGrid>
              <a:tr h="595313">
                <a:tc>
                  <a:txBody>
                    <a:bodyPr lIns="114300" tIns="114300" rIns="114300" bIns="114300"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Fato informado</a:t>
                      </a:r>
                    </a:p>
                  </a:txBody>
                  <a:tcPr marL="91440" marR="91440" marT="45720" marB="45720" anchor="ctr">
                    <a:solidFill>
                      <a:srgbClr val="070E7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Recomendação</a:t>
                      </a:r>
                    </a:p>
                  </a:txBody>
                  <a:tcPr marL="91440" marR="91440" marT="45720" marB="45720" anchor="ctr">
                    <a:solidFill>
                      <a:srgbClr val="070E73"/>
                    </a:solidFill>
                  </a:tcPr>
                </a:tc>
              </a:tr>
              <a:tr h="595313">
                <a:tc>
                  <a:txBody>
                    <a:bodyPr lIns="114300" tIns="114300" rIns="114300" bIns="114300"/>
                    <a:lstStyle/>
                    <a:p>
                      <a:r>
                        <a:rPr sz="2175" b="0">
                          <a:solidFill>
                            <a:srgbClr val="070E73"/>
                          </a:solidFill>
                          <a:latin typeface="Aptos"/>
                          <a:ea typeface="Aptos"/>
                          <a:cs typeface="Aptos"/>
                        </a:rPr>
                        <a:t>Falta apenas a foto antes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75" b="1">
                          <a:solidFill>
                            <a:srgbClr val="070E73"/>
                          </a:solidFill>
                          <a:latin typeface="Aptos"/>
                          <a:ea typeface="Aptos"/>
                          <a:cs typeface="Aptos"/>
                        </a:rPr>
                        <a:t>Não Conforme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 lIns="114300" tIns="114300" rIns="114300" bIns="114300"/>
                    <a:lstStyle/>
                    <a:p>
                      <a:r>
                        <a:rPr sz="2175" b="0">
                          <a:solidFill>
                            <a:srgbClr val="070E73"/>
                          </a:solidFill>
                          <a:latin typeface="Aptos"/>
                          <a:ea typeface="Aptos"/>
                          <a:cs typeface="Aptos"/>
                        </a:rPr>
                        <a:t>Falta a foto depois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75" b="1">
                          <a:solidFill>
                            <a:srgbClr val="070E73"/>
                          </a:solidFill>
                          <a:latin typeface="Aptos"/>
                          <a:ea typeface="Aptos"/>
                          <a:cs typeface="Aptos"/>
                        </a:rPr>
                        <a:t>Reprovado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 lIns="114300" tIns="114300" rIns="114300" bIns="114300"/>
                    <a:lstStyle/>
                    <a:p>
                      <a:r>
                        <a:rPr sz="2175" b="0">
                          <a:solidFill>
                            <a:srgbClr val="070E73"/>
                          </a:solidFill>
                          <a:latin typeface="Aptos"/>
                          <a:ea typeface="Aptos"/>
                          <a:cs typeface="Aptos"/>
                        </a:rPr>
                        <a:t>Faltam as fotos antes e durante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75" b="1">
                          <a:solidFill>
                            <a:srgbClr val="070E73"/>
                          </a:solidFill>
                          <a:latin typeface="Aptos"/>
                          <a:ea typeface="Aptos"/>
                          <a:cs typeface="Aptos"/>
                        </a:rPr>
                        <a:t>Reprovado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escopo">
            <a:extLst xmlns:a="http://schemas.openxmlformats.org/drawingml/2006/main">
              <a:ext uri="{FF2B5EF4-FFF2-40B4-BE49-F238E27FC236}">
                <a16:creationId xmlns:a16="http://schemas.microsoft.com/office/drawing/2014/main" id="{556A3033-5118-4C16-AB19-D7CC609B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24475"/>
            <a:ext cx="9429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Cada linha representa um caso diferente, sem outras falhas relatadas.</a:t>
            </a:r>
          </a:p>
        </p:txBody>
      </p:sp>
    </p:spTree>
    <p:extLst>
      <p:ext uri="{BB962C8B-B14F-4D97-AF65-F5344CB8AC3E}">
        <p14:creationId xmlns:p14="http://schemas.microsoft.com/office/powerpoint/2010/main" val="125943789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>
            <a:extLst xmlns:a="http://schemas.openxmlformats.org/drawingml/2006/main">
              <a:ext uri="{FF2B5EF4-FFF2-40B4-BE49-F238E27FC236}">
                <a16:creationId xmlns:a16="http://schemas.microsoft.com/office/drawing/2014/main" id="{8E33472D-8F91-4B30-8E3A-0BEBF577E6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793759a8d74e2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Graphic 1">
            <a:extLst xmlns:a="http://schemas.openxmlformats.org/drawingml/2006/main">
              <a:ext uri="{FF2B5EF4-FFF2-40B4-BE49-F238E27FC236}">
                <a16:creationId xmlns:a16="http://schemas.microsoft.com/office/drawing/2014/main" id="{B7334BD8-0503-4D39-9A91-37EF1310E5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a0531da5684698">
            <a:extLst>
              <a:ext uri="{96DAC541-7B7A-43D3-8B79-37D633B846F1}">
                <asvg:svgBlip xmlns:asvg="http://schemas.microsoft.com/office/drawing/2016/SVG/main" r:embed="Ra132e2692818487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61253" y="6418396"/>
            <a:ext cx="954951" cy="260544"/>
          </a:xfrm>
          <a:prstGeom xmlns:a="http://schemas.openxmlformats.org/drawingml/2006/main" prst="rect">
            <a:avLst/>
          </a:prstGeom>
        </p:spPr>
      </p:pic>
      <p:sp>
        <p:nvSpPr>
          <p:cNvPr id="17" name="CaixaDeTexto 16">
            <a:extLst xmlns:a="http://schemas.openxmlformats.org/drawingml/2006/main">
              <a:ext uri="{FF2B5EF4-FFF2-40B4-BE49-F238E27FC236}">
                <a16:creationId xmlns:a16="http://schemas.microsoft.com/office/drawing/2014/main" id="{2658AB85-F832-39C9-57C9-ECDEBC73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746" y="1287304"/>
            <a:ext cx="10164509" cy="4733258"/>
          </a:xfrm>
          <a:prstGeom xmlns:a="http://schemas.openxmlformats.org/drawingml/2006/main" prst="flowChartAlternateProcess">
            <a:avLst/>
          </a:prstGeom>
          <a:ln xmlns:a="http://schemas.openxmlformats.org/drawingml/2006/main">
            <a:solidFill>
              <a:srgbClr val="070E7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070E73"/>
                </a:solidFill>
              </a:rPr>
              <a:t/>
            </a:r>
          </a:p>
        </p:txBody>
      </p:sp>
      <p:sp>
        <p:nvSpPr>
          <p:cNvPr id="18" name="titulo">
            <a:extLst xmlns:a="http://schemas.openxmlformats.org/drawingml/2006/main">
              <a:ext uri="{FF2B5EF4-FFF2-40B4-BE49-F238E27FC236}">
                <a16:creationId xmlns:a16="http://schemas.microsoft.com/office/drawing/2014/main" id="{B91A3500-75FC-4276-B3CC-E134A3A1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8115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Uma pergunta pode mudar a orientação</a:t>
            </a:r>
          </a:p>
        </p:txBody>
      </p:sp>
      <p:sp>
        <p:nvSpPr>
          <p:cNvPr id="19" name="relato">
            <a:extLst xmlns:a="http://schemas.openxmlformats.org/drawingml/2006/main">
              <a:ext uri="{FF2B5EF4-FFF2-40B4-BE49-F238E27FC236}">
                <a16:creationId xmlns:a16="http://schemas.microsoft.com/office/drawing/2014/main" id="{A9927067-052C-49E2-A61A-F3EB4698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38425"/>
            <a:ext cx="942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Analista: “A repavimentação está sem aferição da vala.”</a:t>
            </a:r>
          </a:p>
        </p:txBody>
      </p:sp>
      <p:sp>
        <p:nvSpPr>
          <p:cNvPr id="20" name="pergunta">
            <a:extLst xmlns:a="http://schemas.openxmlformats.org/drawingml/2006/main">
              <a:ext uri="{FF2B5EF4-FFF2-40B4-BE49-F238E27FC236}">
                <a16:creationId xmlns:a16="http://schemas.microsoft.com/office/drawing/2014/main" id="{0ACE6641-4721-4DAC-93AF-7B044A44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14725"/>
            <a:ext cx="942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AEBOT: “A equipe é interna ou terceirizada?”</a:t>
            </a:r>
          </a:p>
        </p:txBody>
      </p:sp>
      <p:sp>
        <p:nvSpPr>
          <p:cNvPr id="21" name="interna">
            <a:extLst xmlns:a="http://schemas.openxmlformats.org/drawingml/2006/main">
              <a:ext uri="{FF2B5EF4-FFF2-40B4-BE49-F238E27FC236}">
                <a16:creationId xmlns:a16="http://schemas.microsoft.com/office/drawing/2014/main" id="{40D4D5B3-9D61-468F-88EB-7D13F8DE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95775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Interna: Não Conforme e geração de retrabalho.</a:t>
            </a:r>
          </a:p>
        </p:txBody>
      </p:sp>
      <p:sp>
        <p:nvSpPr>
          <p:cNvPr id="22" name="terceira">
            <a:extLst xmlns:a="http://schemas.openxmlformats.org/drawingml/2006/main">
              <a:ext uri="{FF2B5EF4-FFF2-40B4-BE49-F238E27FC236}">
                <a16:creationId xmlns:a16="http://schemas.microsoft.com/office/drawing/2014/main" id="{7E048EC3-EE91-458D-87D5-48C4862F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33950"/>
            <a:ext cx="9429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Terceirizada: Reprovado.</a:t>
            </a:r>
          </a:p>
        </p:txBody>
      </p:sp>
      <p:sp>
        <p:nvSpPr>
          <p:cNvPr id="23" name="contexto">
            <a:extLst xmlns:a="http://schemas.openxmlformats.org/drawingml/2006/main">
              <a:ext uri="{FF2B5EF4-FFF2-40B4-BE49-F238E27FC236}">
                <a16:creationId xmlns:a16="http://schemas.microsoft.com/office/drawing/2014/main" id="{4690ABFA-DBCD-48C4-8771-CC0CDD38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149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Neste exemplo, a repavimentação é o serviço original da OS.</a:t>
            </a:r>
          </a:p>
        </p:txBody>
      </p:sp>
    </p:spTree>
    <p:extLst>
      <p:ext uri="{BB962C8B-B14F-4D97-AF65-F5344CB8AC3E}">
        <p14:creationId xmlns:p14="http://schemas.microsoft.com/office/powerpoint/2010/main" val="125943789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>
            <a:extLst xmlns:a="http://schemas.openxmlformats.org/drawingml/2006/main">
              <a:ext uri="{FF2B5EF4-FFF2-40B4-BE49-F238E27FC236}">
                <a16:creationId xmlns:a16="http://schemas.microsoft.com/office/drawing/2014/main" id="{381A5ED1-D287-41A8-988C-712F9730A1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8e613f68f3460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Graphic 1">
            <a:extLst xmlns:a="http://schemas.openxmlformats.org/drawingml/2006/main">
              <a:ext uri="{FF2B5EF4-FFF2-40B4-BE49-F238E27FC236}">
                <a16:creationId xmlns:a16="http://schemas.microsoft.com/office/drawing/2014/main" id="{E72F964A-B827-444A-8619-BEA29FB6BC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0670b4256d4467">
            <a:extLst>
              <a:ext uri="{96DAC541-7B7A-43D3-8B79-37D633B846F1}">
                <asvg:svgBlip xmlns:asvg="http://schemas.microsoft.com/office/drawing/2016/SVG/main" r:embed="Rae7c87d1ebe54af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61253" y="6418396"/>
            <a:ext cx="954951" cy="260544"/>
          </a:xfrm>
          <a:prstGeom xmlns:a="http://schemas.openxmlformats.org/drawingml/2006/main" prst="rect">
            <a:avLst/>
          </a:prstGeom>
        </p:spPr>
      </p:pic>
      <p:sp>
        <p:nvSpPr>
          <p:cNvPr id="17" name="CaixaDeTexto 16">
            <a:extLst xmlns:a="http://schemas.openxmlformats.org/drawingml/2006/main">
              <a:ext uri="{FF2B5EF4-FFF2-40B4-BE49-F238E27FC236}">
                <a16:creationId xmlns:a16="http://schemas.microsoft.com/office/drawing/2014/main" id="{2658AB85-F832-39C9-57C9-ECDEBC73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746" y="1287304"/>
            <a:ext cx="10164509" cy="4733258"/>
          </a:xfrm>
          <a:prstGeom xmlns:a="http://schemas.openxmlformats.org/drawingml/2006/main" prst="flowChartAlternateProcess">
            <a:avLst/>
          </a:prstGeom>
          <a:ln xmlns:a="http://schemas.openxmlformats.org/drawingml/2006/main">
            <a:solidFill>
              <a:srgbClr val="070E7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070E73"/>
                </a:solidFill>
              </a:rPr>
              <a:t/>
            </a:r>
          </a:p>
        </p:txBody>
      </p:sp>
      <p:sp>
        <p:nvSpPr>
          <p:cNvPr id="18" name="titulo">
            <a:extLst xmlns:a="http://schemas.openxmlformats.org/drawingml/2006/main">
              <a:ext uri="{FF2B5EF4-FFF2-40B4-BE49-F238E27FC236}">
                <a16:creationId xmlns:a16="http://schemas.microsoft.com/office/drawing/2014/main" id="{4A0DAA48-A250-483A-8431-CA381BC7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8115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Como o aplicativo funciona</a:t>
            </a:r>
          </a:p>
        </p:txBody>
      </p:sp>
      <p:sp>
        <p:nvSpPr>
          <p:cNvPr id="19" name="destaque-271">
            <a:extLst xmlns:a="http://schemas.openxmlformats.org/drawingml/2006/main">
              <a:ext uri="{FF2B5EF4-FFF2-40B4-BE49-F238E27FC236}">
                <a16:creationId xmlns:a16="http://schemas.microsoft.com/office/drawing/2014/main" id="{FB2180A3-F433-44D3-8D75-A1FD5DE1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812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A IA roda no próprio notebook</a:t>
            </a:r>
          </a:p>
        </p:txBody>
      </p:sp>
      <p:sp>
        <p:nvSpPr>
          <p:cNvPr id="20" name="explicacao-271">
            <a:extLst xmlns:a="http://schemas.openxmlformats.org/drawingml/2006/main">
              <a:ext uri="{FF2B5EF4-FFF2-40B4-BE49-F238E27FC236}">
                <a16:creationId xmlns:a16="http://schemas.microsoft.com/office/drawing/2014/main" id="{A6214A7B-0CBA-46F1-82ED-35C2345D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00375"/>
            <a:ext cx="9477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Funciona sem internet e sem cadastrar chave de API.</a:t>
            </a:r>
          </a:p>
        </p:txBody>
      </p:sp>
      <p:sp>
        <p:nvSpPr>
          <p:cNvPr id="21" name="destaque-403">
            <a:extLst xmlns:a="http://schemas.openxmlformats.org/drawingml/2006/main">
              <a:ext uri="{FF2B5EF4-FFF2-40B4-BE49-F238E27FC236}">
                <a16:creationId xmlns:a16="http://schemas.microsoft.com/office/drawing/2014/main" id="{E77CEBEA-1609-4362-ACEC-4D62B9CB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385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As conversas não ficam salvas</a:t>
            </a:r>
          </a:p>
        </p:txBody>
      </p:sp>
      <p:sp>
        <p:nvSpPr>
          <p:cNvPr id="22" name="explicacao-403">
            <a:extLst xmlns:a="http://schemas.openxmlformats.org/drawingml/2006/main">
              <a:ext uri="{FF2B5EF4-FFF2-40B4-BE49-F238E27FC236}">
                <a16:creationId xmlns:a16="http://schemas.microsoft.com/office/drawing/2014/main" id="{F32CD728-D522-4B9A-A79D-28145D6F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57675"/>
            <a:ext cx="9477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O chat fica apenas na memória enquanto está em uso.</a:t>
            </a:r>
          </a:p>
        </p:txBody>
      </p:sp>
      <p:sp>
        <p:nvSpPr>
          <p:cNvPr id="23" name="feedback">
            <a:extLst xmlns:a="http://schemas.openxmlformats.org/drawingml/2006/main">
              <a:ext uri="{FF2B5EF4-FFF2-40B4-BE49-F238E27FC236}">
                <a16:creationId xmlns:a16="http://schemas.microsoft.com/office/drawing/2014/main" id="{81373441-6579-48D2-AE00-6E9CA070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48275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Feedbacks e métricas ficam locais e podem ser exportados.</a:t>
            </a:r>
          </a:p>
        </p:txBody>
      </p:sp>
    </p:spTree>
    <p:extLst>
      <p:ext uri="{BB962C8B-B14F-4D97-AF65-F5344CB8AC3E}">
        <p14:creationId xmlns:p14="http://schemas.microsoft.com/office/powerpoint/2010/main" val="125943789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>
            <a:extLst xmlns:a="http://schemas.openxmlformats.org/drawingml/2006/main">
              <a:ext uri="{FF2B5EF4-FFF2-40B4-BE49-F238E27FC236}">
                <a16:creationId xmlns:a16="http://schemas.microsoft.com/office/drawing/2014/main" id="{478D9A1A-C68E-4018-8F64-E4FC72A1B1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d68d1c112e48d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19050">
            <a:solidFill>
              <a:schemeClr val="bg1"/>
            </a:solidFill>
          </a:ln>
        </p:spPr>
      </p:pic>
      <p:pic>
        <p:nvPicPr>
          <p:cNvPr id="6" name="Graphic 1">
            <a:extLst xmlns:a="http://schemas.openxmlformats.org/drawingml/2006/main">
              <a:ext uri="{FF2B5EF4-FFF2-40B4-BE49-F238E27FC236}">
                <a16:creationId xmlns:a16="http://schemas.microsoft.com/office/drawing/2014/main" id="{A4A513A9-EC4D-4861-8E01-DA230B51D9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5746eb3f61435e">
            <a:extLst>
              <a:ext uri="{96DAC541-7B7A-43D3-8B79-37D633B846F1}">
                <asvg:svgBlip xmlns:asvg="http://schemas.microsoft.com/office/drawing/2016/SVG/main" r:embed="R1cecd3456d4f4a3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61253" y="6418396"/>
            <a:ext cx="954951" cy="260544"/>
          </a:xfrm>
          <a:prstGeom xmlns:a="http://schemas.openxmlformats.org/drawingml/2006/main" prst="rect">
            <a:avLst/>
          </a:prstGeom>
        </p:spPr>
      </p:pic>
      <p:sp>
        <p:nvSpPr>
          <p:cNvPr id="17" name="CaixaDeTexto 16">
            <a:extLst xmlns:a="http://schemas.openxmlformats.org/drawingml/2006/main">
              <a:ext uri="{FF2B5EF4-FFF2-40B4-BE49-F238E27FC236}">
                <a16:creationId xmlns:a16="http://schemas.microsoft.com/office/drawing/2014/main" id="{E19F5EDC-6D29-204E-9F87-1D02CB8A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01" y="629510"/>
            <a:ext cx="11632998" cy="531999"/>
          </a:xfrm>
          <a:prstGeom xmlns:a="http://schemas.openxmlformats.org/drawingml/2006/main" prst="flowChartAlternateProcess">
            <a:avLst/>
          </a:prstGeom>
          <a:ln xmlns:a="http://schemas.openxmlformats.org/drawingml/2006/main">
            <a:solidFill>
              <a:srgbClr val="070E7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 algn="ctr">
              <a:defRPr sz="31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ctr">
              <a:buNone/>
              <a:defRPr sz="31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O AEBOT hoje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833696-14DE-4986-A5DF-7F3D5BD79B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b05e7200e3414a"/>
          <a:stretch xmlns:a="http://schemas.openxmlformats.org/drawingml/2006/main"/>
        </p:blipFill>
        <p:spPr>
          <a:xfrm xmlns:a="http://schemas.openxmlformats.org/drawingml/2006/main">
            <a:off x="6648450" y="1428795"/>
            <a:ext cx="4724400" cy="4819560"/>
          </a:xfrm>
          <a:prstGeom xmlns:a="http://schemas.openxmlformats.org/drawingml/2006/main" prst="rect">
            <a:avLst/>
          </a:prstGeom>
        </p:spPr>
      </p:pic>
      <p:sp>
        <p:nvSpPr>
          <p:cNvPr id="19" name="foco">
            <a:extLst xmlns:a="http://schemas.openxmlformats.org/drawingml/2006/main">
              <a:ext uri="{FF2B5EF4-FFF2-40B4-BE49-F238E27FC236}">
                <a16:creationId xmlns:a16="http://schemas.microsoft.com/office/drawing/2014/main" id="{EB3BFB9C-7F0D-434D-9FF0-B52EA9EE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0225"/>
            <a:ext cx="54292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Estou trabalhando primeiro</a:t>
            </a:r>
          </a:p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com Repavimentação Asfalto</a:t>
            </a:r>
          </a:p>
        </p:txBody>
      </p:sp>
      <p:sp>
        <p:nvSpPr>
          <p:cNvPr id="20" name="faixas">
            <a:extLst xmlns:a="http://schemas.openxmlformats.org/drawingml/2006/main">
              <a:ext uri="{FF2B5EF4-FFF2-40B4-BE49-F238E27FC236}">
                <a16:creationId xmlns:a16="http://schemas.microsoft.com/office/drawing/2014/main" id="{C0453A34-6344-4159-A2E6-C6E31C34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5286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Até 1 m² e acima de 1 m²</a:t>
            </a:r>
          </a:p>
        </p:txBody>
      </p:sp>
      <p:sp>
        <p:nvSpPr>
          <p:cNvPr id="21" name="versao">
            <a:extLst xmlns:a="http://schemas.openxmlformats.org/drawingml/2006/main">
              <a:ext uri="{FF2B5EF4-FFF2-40B4-BE49-F238E27FC236}">
                <a16:creationId xmlns:a16="http://schemas.microsoft.com/office/drawing/2014/main" id="{098B151F-AB30-4832-B0D7-21731013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05275"/>
            <a:ext cx="5238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Perguntas no chat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Orientação com base nas regras</a:t>
            </a:r>
          </a:p>
        </p:txBody>
      </p:sp>
      <p:sp>
        <p:nvSpPr>
          <p:cNvPr id="22" name="estado">
            <a:extLst xmlns:a="http://schemas.openxmlformats.org/drawingml/2006/main">
              <a:ext uri="{FF2B5EF4-FFF2-40B4-BE49-F238E27FC236}">
                <a16:creationId xmlns:a16="http://schemas.microsoft.com/office/drawing/2014/main" id="{4A31567A-428E-4AFF-823B-65987DCD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72100"/>
            <a:ext cx="561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Projeto em desenvolvimento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Outros serviços já estão na base</a:t>
            </a:r>
          </a:p>
        </p:txBody>
      </p:sp>
    </p:spTree>
    <p:extLst>
      <p:ext uri="{BB962C8B-B14F-4D97-AF65-F5344CB8AC3E}">
        <p14:creationId xmlns:p14="http://schemas.microsoft.com/office/powerpoint/2010/main" val="359011763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>
            <a:extLst xmlns:a="http://schemas.openxmlformats.org/drawingml/2006/main">
              <a:ext uri="{FF2B5EF4-FFF2-40B4-BE49-F238E27FC236}">
                <a16:creationId xmlns:a16="http://schemas.microsoft.com/office/drawing/2014/main" id="{88EEE7F1-CF19-4349-B80D-0A3459AD0C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33f66444064f3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Graphic 1">
            <a:extLst xmlns:a="http://schemas.openxmlformats.org/drawingml/2006/main">
              <a:ext uri="{FF2B5EF4-FFF2-40B4-BE49-F238E27FC236}">
                <a16:creationId xmlns:a16="http://schemas.microsoft.com/office/drawing/2014/main" id="{AD2A1332-4671-431A-A973-B03EC1F41A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8e830b273f4be9">
            <a:extLst>
              <a:ext uri="{96DAC541-7B7A-43D3-8B79-37D633B846F1}">
                <asvg:svgBlip xmlns:asvg="http://schemas.microsoft.com/office/drawing/2016/SVG/main" r:embed="Re505ec4e212a4b4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61253" y="6418396"/>
            <a:ext cx="954951" cy="260544"/>
          </a:xfrm>
          <a:prstGeom xmlns:a="http://schemas.openxmlformats.org/drawingml/2006/main" prst="rect">
            <a:avLst/>
          </a:prstGeom>
        </p:spPr>
      </p:pic>
      <p:sp>
        <p:nvSpPr>
          <p:cNvPr id="17" name="CaixaDeTexto 16">
            <a:extLst xmlns:a="http://schemas.openxmlformats.org/drawingml/2006/main">
              <a:ext uri="{FF2B5EF4-FFF2-40B4-BE49-F238E27FC236}">
                <a16:creationId xmlns:a16="http://schemas.microsoft.com/office/drawing/2014/main" id="{2658AB85-F832-39C9-57C9-ECDEBC73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746" y="1287304"/>
            <a:ext cx="10164509" cy="4733258"/>
          </a:xfrm>
          <a:prstGeom xmlns:a="http://schemas.openxmlformats.org/drawingml/2006/main" prst="flowChartAlternateProcess">
            <a:avLst/>
          </a:prstGeom>
          <a:ln xmlns:a="http://schemas.openxmlformats.org/drawingml/2006/main">
            <a:solidFill>
              <a:srgbClr val="070E7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070E73"/>
                </a:solidFill>
              </a:rPr>
              <a:t/>
            </a:r>
          </a:p>
        </p:txBody>
      </p:sp>
      <p:sp>
        <p:nvSpPr>
          <p:cNvPr id="18" name="titulo">
            <a:extLst xmlns:a="http://schemas.openxmlformats.org/drawingml/2006/main">
              <a:ext uri="{FF2B5EF4-FFF2-40B4-BE49-F238E27FC236}">
                <a16:creationId xmlns:a16="http://schemas.microsoft.com/office/drawing/2014/main" id="{F447BEA5-9DC6-4903-A097-91F9ABD5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8115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A base de conhecimento</a:t>
            </a:r>
          </a:p>
        </p:txBody>
      </p:sp>
      <p:sp>
        <p:nvSpPr>
          <p:cNvPr id="19" name="resultado">
            <a:extLst xmlns:a="http://schemas.openxmlformats.org/drawingml/2006/main">
              <a:ext uri="{FF2B5EF4-FFF2-40B4-BE49-F238E27FC236}">
                <a16:creationId xmlns:a16="http://schemas.microsoft.com/office/drawing/2014/main" id="{C1DC7456-2C10-41BD-ABEE-6702FCE9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52700"/>
            <a:ext cx="94773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Regras da nossa análise</a:t>
            </a:r>
          </a:p>
        </p:txBody>
      </p:sp>
      <p:sp>
        <p:nvSpPr>
          <p:cNvPr id="20" name="amostra">
            <a:extLst xmlns:a="http://schemas.openxmlformats.org/drawingml/2006/main">
              <a:ext uri="{FF2B5EF4-FFF2-40B4-BE49-F238E27FC236}">
                <a16:creationId xmlns:a16="http://schemas.microsoft.com/office/drawing/2014/main" id="{D1A6E554-46B1-4EFB-B4C2-CE1E1AD4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71850"/>
            <a:ext cx="94773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Reúne procedimentos e orientações que usamos na análise.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As regras ficam organizadas por serviço.</a:t>
            </a:r>
          </a:p>
        </p:txBody>
      </p:sp>
      <p:sp>
        <p:nvSpPr>
          <p:cNvPr id="21" name="tempo">
            <a:extLst xmlns:a="http://schemas.openxmlformats.org/drawingml/2006/main">
              <a:ext uri="{FF2B5EF4-FFF2-40B4-BE49-F238E27FC236}">
                <a16:creationId xmlns:a16="http://schemas.microsoft.com/office/drawing/2014/main" id="{BD904D9C-9A8B-4161-9C03-0AF2A64A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95800"/>
            <a:ext cx="9477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A base pode receber novas regras e correções.</a:t>
            </a:r>
          </a:p>
        </p:txBody>
      </p:sp>
      <p:sp>
        <p:nvSpPr>
          <p:cNvPr id="22" name="tempos">
            <a:extLst xmlns:a="http://schemas.openxmlformats.org/drawingml/2006/main">
              <a:ext uri="{FF2B5EF4-FFF2-40B4-BE49-F238E27FC236}">
                <a16:creationId xmlns:a16="http://schemas.microsoft.com/office/drawing/2014/main" id="{5AFE4B4E-7C12-42E3-951F-3D5BDAD3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38725"/>
            <a:ext cx="9477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Troca de Serviço e adicionais fazem parte dessa mesma base.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Cada opção depende da parametrização do serviço.</a:t>
            </a:r>
          </a:p>
        </p:txBody>
      </p:sp>
    </p:spTree>
    <p:extLst>
      <p:ext uri="{BB962C8B-B14F-4D97-AF65-F5344CB8AC3E}">
        <p14:creationId xmlns:p14="http://schemas.microsoft.com/office/powerpoint/2010/main" val="125943789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>
            <a:extLst xmlns:a="http://schemas.openxmlformats.org/drawingml/2006/main">
              <a:ext uri="{FF2B5EF4-FFF2-40B4-BE49-F238E27FC236}">
                <a16:creationId xmlns:a16="http://schemas.microsoft.com/office/drawing/2014/main" id="{E5F058D8-2657-4290-8FDE-EC17B31C96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69f0f0ab29427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Graphic 1">
            <a:extLst xmlns:a="http://schemas.openxmlformats.org/drawingml/2006/main">
              <a:ext uri="{FF2B5EF4-FFF2-40B4-BE49-F238E27FC236}">
                <a16:creationId xmlns:a16="http://schemas.microsoft.com/office/drawing/2014/main" id="{13CA27CC-54E5-48BD-A68F-CCA076CB28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b4962a2b51442d">
            <a:extLst>
              <a:ext uri="{96DAC541-7B7A-43D3-8B79-37D633B846F1}">
                <asvg:svgBlip xmlns:asvg="http://schemas.microsoft.com/office/drawing/2016/SVG/main" r:embed="R79c778277629471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61253" y="6418396"/>
            <a:ext cx="954951" cy="260544"/>
          </a:xfrm>
          <a:prstGeom xmlns:a="http://schemas.openxmlformats.org/drawingml/2006/main" prst="rect">
            <a:avLst/>
          </a:prstGeom>
        </p:spPr>
      </p:pic>
      <p:sp>
        <p:nvSpPr>
          <p:cNvPr id="17" name="CaixaDeTexto 16">
            <a:extLst xmlns:a="http://schemas.openxmlformats.org/drawingml/2006/main">
              <a:ext uri="{FF2B5EF4-FFF2-40B4-BE49-F238E27FC236}">
                <a16:creationId xmlns:a16="http://schemas.microsoft.com/office/drawing/2014/main" id="{2658AB85-F832-39C9-57C9-ECDEBC73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746" y="1287304"/>
            <a:ext cx="10164509" cy="4733258"/>
          </a:xfrm>
          <a:prstGeom xmlns:a="http://schemas.openxmlformats.org/drawingml/2006/main" prst="flowChartAlternateProcess">
            <a:avLst/>
          </a:prstGeom>
          <a:ln xmlns:a="http://schemas.openxmlformats.org/drawingml/2006/main">
            <a:solidFill>
              <a:srgbClr val="070E7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070E73"/>
                </a:solidFill>
              </a:rPr>
              <a:t/>
            </a:r>
          </a:p>
        </p:txBody>
      </p:sp>
      <p:sp>
        <p:nvSpPr>
          <p:cNvPr id="18" name="titulo">
            <a:extLst xmlns:a="http://schemas.openxmlformats.org/drawingml/2006/main">
              <a:ext uri="{FF2B5EF4-FFF2-40B4-BE49-F238E27FC236}">
                <a16:creationId xmlns:a16="http://schemas.microsoft.com/office/drawing/2014/main" id="{083F257D-CD28-440B-AB60-D9FF60F3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8115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O que estou ajustando</a:t>
            </a:r>
          </a:p>
        </p:txBody>
      </p:sp>
      <p:sp>
        <p:nvSpPr>
          <p:cNvPr id="19" name="destaque-271">
            <a:extLst xmlns:a="http://schemas.openxmlformats.org/drawingml/2006/main">
              <a:ext uri="{FF2B5EF4-FFF2-40B4-BE49-F238E27FC236}">
                <a16:creationId xmlns:a16="http://schemas.microsoft.com/office/drawing/2014/main" id="{7927423A-29B1-4B0B-8ADF-0E9B3765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812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Entender melhor os relatos do dia a dia</a:t>
            </a:r>
          </a:p>
        </p:txBody>
      </p:sp>
      <p:sp>
        <p:nvSpPr>
          <p:cNvPr id="20" name="explicacao-271">
            <a:extLst xmlns:a="http://schemas.openxmlformats.org/drawingml/2006/main">
              <a:ext uri="{FF2B5EF4-FFF2-40B4-BE49-F238E27FC236}">
                <a16:creationId xmlns:a16="http://schemas.microsoft.com/office/drawing/2014/main" id="{ACB905E3-B3E4-4338-BFF3-A6FB02F8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00375"/>
            <a:ext cx="9477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Testar formas diferentes de explicar o mesmo caso.</a:t>
            </a:r>
          </a:p>
        </p:txBody>
      </p:sp>
      <p:sp>
        <p:nvSpPr>
          <p:cNvPr id="21" name="destaque-403">
            <a:extLst xmlns:a="http://schemas.openxmlformats.org/drawingml/2006/main">
              <a:ext uri="{FF2B5EF4-FFF2-40B4-BE49-F238E27FC236}">
                <a16:creationId xmlns:a16="http://schemas.microsoft.com/office/drawing/2014/main" id="{CFCD2D88-E070-4535-B5E9-85C670DC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385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Deixar as respostas mais úteis e rápidas</a:t>
            </a:r>
          </a:p>
        </p:txBody>
      </p:sp>
      <p:sp>
        <p:nvSpPr>
          <p:cNvPr id="22" name="explicacao-403">
            <a:extLst xmlns:a="http://schemas.openxmlformats.org/drawingml/2006/main">
              <a:ext uri="{FF2B5EF4-FFF2-40B4-BE49-F238E27FC236}">
                <a16:creationId xmlns:a16="http://schemas.microsoft.com/office/drawing/2014/main" id="{910155FF-6C9D-4DCD-B541-D1159E5A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57675"/>
            <a:ext cx="9477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Ajustar as orientações e ampliar a base dos serviços.</a:t>
            </a:r>
          </a:p>
        </p:txBody>
      </p:sp>
      <p:sp>
        <p:nvSpPr>
          <p:cNvPr id="23" name="ampliacao">
            <a:extLst xmlns:a="http://schemas.openxmlformats.org/drawingml/2006/main">
              <a:ext uri="{FF2B5EF4-FFF2-40B4-BE49-F238E27FC236}">
                <a16:creationId xmlns:a16="http://schemas.microsoft.com/office/drawing/2014/main" id="{85B9B61E-EC05-4953-9A6E-12106062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48275"/>
            <a:ext cx="942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Vou continuar os testes com situações da nossa análise.</a:t>
            </a:r>
          </a:p>
        </p:txBody>
      </p:sp>
    </p:spTree>
    <p:extLst>
      <p:ext uri="{BB962C8B-B14F-4D97-AF65-F5344CB8AC3E}">
        <p14:creationId xmlns:p14="http://schemas.microsoft.com/office/powerpoint/2010/main" val="125943789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>
            <a:extLst xmlns:a="http://schemas.openxmlformats.org/drawingml/2006/main">
              <a:ext uri="{FF2B5EF4-FFF2-40B4-BE49-F238E27FC236}">
                <a16:creationId xmlns:a16="http://schemas.microsoft.com/office/drawing/2014/main" id="{D1722BCA-A633-4291-AB2E-C02B90BF16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a4ba116d1243e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Graphic 1">
            <a:extLst xmlns:a="http://schemas.openxmlformats.org/drawingml/2006/main">
              <a:ext uri="{FF2B5EF4-FFF2-40B4-BE49-F238E27FC236}">
                <a16:creationId xmlns:a16="http://schemas.microsoft.com/office/drawing/2014/main" id="{EE7B05BC-180C-4A89-9734-E8AEEA5F64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4d9346198642b6">
            <a:extLst>
              <a:ext uri="{96DAC541-7B7A-43D3-8B79-37D633B846F1}">
                <asvg:svgBlip xmlns:asvg="http://schemas.microsoft.com/office/drawing/2016/SVG/main" r:embed="Re7f4fa28e6b5404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61253" y="6418396"/>
            <a:ext cx="954951" cy="260544"/>
          </a:xfrm>
          <a:prstGeom xmlns:a="http://schemas.openxmlformats.org/drawingml/2006/main" prst="rect">
            <a:avLst/>
          </a:prstGeom>
        </p:spPr>
      </p:pic>
      <p:sp>
        <p:nvSpPr>
          <p:cNvPr id="17" name="CaixaDeTexto 16">
            <a:extLst xmlns:a="http://schemas.openxmlformats.org/drawingml/2006/main">
              <a:ext uri="{FF2B5EF4-FFF2-40B4-BE49-F238E27FC236}">
                <a16:creationId xmlns:a16="http://schemas.microsoft.com/office/drawing/2014/main" id="{2658AB85-F832-39C9-57C9-ECDEBC73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746" y="1287304"/>
            <a:ext cx="10164509" cy="4733258"/>
          </a:xfrm>
          <a:prstGeom xmlns:a="http://schemas.openxmlformats.org/drawingml/2006/main" prst="flowChartAlternateProcess">
            <a:avLst/>
          </a:prstGeom>
          <a:ln xmlns:a="http://schemas.openxmlformats.org/drawingml/2006/main">
            <a:solidFill>
              <a:srgbClr val="070E7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070E73"/>
                </a:solidFill>
              </a:rPr>
              <a:t/>
            </a:r>
          </a:p>
        </p:txBody>
      </p:sp>
      <p:sp>
        <p:nvSpPr>
          <p:cNvPr id="18" name="titulo">
            <a:extLst xmlns:a="http://schemas.openxmlformats.org/drawingml/2006/main">
              <a:ext uri="{FF2B5EF4-FFF2-40B4-BE49-F238E27FC236}">
                <a16:creationId xmlns:a16="http://schemas.microsoft.com/office/drawing/2014/main" id="{04F33622-0921-46D4-9030-973E5B13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8115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AEBOT na prática</a:t>
            </a:r>
          </a:p>
        </p:txBody>
      </p:sp>
      <p:sp>
        <p:nvSpPr>
          <p:cNvPr id="19" name="demo1">
            <a:extLst xmlns:a="http://schemas.openxmlformats.org/drawingml/2006/main">
              <a:ext uri="{FF2B5EF4-FFF2-40B4-BE49-F238E27FC236}">
                <a16:creationId xmlns:a16="http://schemas.microsoft.com/office/drawing/2014/main" id="{5104E6CD-9593-4517-A430-D13D01E2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38425"/>
            <a:ext cx="9477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Seleciono o serviço e descrevo o que encontrei na OS.</a:t>
            </a:r>
          </a:p>
        </p:txBody>
      </p:sp>
      <p:sp>
        <p:nvSpPr>
          <p:cNvPr id="20" name="demo2">
            <a:extLst xmlns:a="http://schemas.openxmlformats.org/drawingml/2006/main">
              <a:ext uri="{FF2B5EF4-FFF2-40B4-BE49-F238E27FC236}">
                <a16:creationId xmlns:a16="http://schemas.microsoft.com/office/drawing/2014/main" id="{B6B46ACE-6B0B-4844-9723-A681C7A2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76625"/>
            <a:ext cx="9477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Tiro a dúvida e confiro a regra usada na resposta.</a:t>
            </a:r>
          </a:p>
        </p:txBody>
      </p:sp>
      <p:sp>
        <p:nvSpPr>
          <p:cNvPr id="21" name="demo3">
            <a:extLst xmlns:a="http://schemas.openxmlformats.org/drawingml/2006/main">
              <a:ext uri="{FF2B5EF4-FFF2-40B4-BE49-F238E27FC236}">
                <a16:creationId xmlns:a16="http://schemas.microsoft.com/office/drawing/2014/main" id="{30AE7BBD-4094-49E8-AE9E-CB2BF72B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57675"/>
            <a:ext cx="9477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Se faltar algum detalhe, continuo a conversa.</a:t>
            </a:r>
          </a:p>
        </p:txBody>
      </p:sp>
      <p:sp>
        <p:nvSpPr>
          <p:cNvPr id="22" name="credito">
            <a:extLst xmlns:a="http://schemas.openxmlformats.org/drawingml/2006/main">
              <a:ext uri="{FF2B5EF4-FFF2-40B4-BE49-F238E27FC236}">
                <a16:creationId xmlns:a16="http://schemas.microsoft.com/office/drawing/2014/main" id="{6A4DBE01-3963-464B-B6CE-D46AA98F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53050"/>
            <a:ext cx="9429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Projeto idealizado e desenvolvido por Pedro Lucas Botelho</a:t>
            </a:r>
          </a:p>
        </p:txBody>
      </p:sp>
    </p:spTree>
    <p:extLst>
      <p:ext uri="{BB962C8B-B14F-4D97-AF65-F5344CB8AC3E}">
        <p14:creationId xmlns:p14="http://schemas.microsoft.com/office/powerpoint/2010/main" val="1259437899"/>
      </p:ext>
    </p:extLst>
  </p:cSld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2026-10-09T01:16:05.7900000Z</dcterms:created>
  <dcterms:modified xsi:type="dcterms:W3CDTF">2026-10-09T01:16:05.7900000Z</dcterms:modified>
</coreProperties>
</file>