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svg" ContentType="image/svg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c0d404785b544729" /><Relationship Type="http://schemas.openxmlformats.org/officeDocument/2006/relationships/extended-properties" Target="/docProps/app.xml" Id="Rb51bea9e540c4639" /><Relationship Type="http://schemas.openxmlformats.org/officeDocument/2006/relationships/officeDocument" Target="/ppt/presentation.xml" Id="Rdc0c639b62944c1c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c75ef5e6e85f4cbe"/>
  </p:sldMasterIdLst>
  <p:notesMasterIdLst>
    <p:notesMasterId xmlns:r="http://schemas.openxmlformats.org/officeDocument/2006/relationships" r:id="R0a3449f7801d488e"/>
  </p:notesMasterIdLst>
  <p:sldIdLst>
    <p:sldId xmlns:r="http://schemas.openxmlformats.org/officeDocument/2006/relationships" id="256" r:id="R1849056440b64cc5"/>
    <p:sldId xmlns:r="http://schemas.openxmlformats.org/officeDocument/2006/relationships" id="257" r:id="R930a22a1b84746e9"/>
    <p:sldId xmlns:r="http://schemas.openxmlformats.org/officeDocument/2006/relationships" id="258" r:id="R1e4af86e60ce4f31"/>
    <p:sldId xmlns:r="http://schemas.openxmlformats.org/officeDocument/2006/relationships" id="259" r:id="R09ca5cb0915f4196"/>
    <p:sldId xmlns:r="http://schemas.openxmlformats.org/officeDocument/2006/relationships" id="260" r:id="R84018cae2d85452c"/>
    <p:sldId xmlns:r="http://schemas.openxmlformats.org/officeDocument/2006/relationships" id="261" r:id="Rd09be74254794ce5"/>
    <p:sldId xmlns:r="http://schemas.openxmlformats.org/officeDocument/2006/relationships" id="262" r:id="R8c526009295a45a8"/>
    <p:sldId xmlns:r="http://schemas.openxmlformats.org/officeDocument/2006/relationships" id="263" r:id="Rb52e954ab26e4d25"/>
    <p:sldId xmlns:r="http://schemas.openxmlformats.org/officeDocument/2006/relationships" id="264" r:id="R4383d5ab91bc45a1"/>
    <p:sldId xmlns:r="http://schemas.openxmlformats.org/officeDocument/2006/relationships" id="265" r:id="R29ffb1576bbb4d12"/>
    <p:sldId xmlns:r="http://schemas.openxmlformats.org/officeDocument/2006/relationships" id="266" r:id="Reed7b436b8d244e0"/>
    <p:sldId xmlns:r="http://schemas.openxmlformats.org/officeDocument/2006/relationships" id="267" r:id="R87ffe430401a43e4"/>
    <p:sldId xmlns:r="http://schemas.openxmlformats.org/officeDocument/2006/relationships" id="268" r:id="R92cb1aa3208a446e"/>
    <p:sldId xmlns:r="http://schemas.openxmlformats.org/officeDocument/2006/relationships" id="269" r:id="Rac91fd0896de4554"/>
    <p:sldId xmlns:r="http://schemas.openxmlformats.org/officeDocument/2006/relationships" id="270" r:id="Rda999a49cfdd4d0e"/>
  </p:sldIdLst>
  <p:sldSz cx="12192000" cy="6858000"/>
  <p:notesSz cx="6858000" cy="9144000"/>
  <p:defaultTextStyle>
    <a:defPPr xmlns:a="http://schemas.openxmlformats.org/drawingml/2006/main">
      <a:buNone/>
    </a:defPPr>
    <a:lvl1pPr xmlns:a="http://schemas.openxmlformats.org/drawingml/2006/main" marL="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1pPr>
    <a:lvl2pPr xmlns:a="http://schemas.openxmlformats.org/drawingml/2006/main" marL="4572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2pPr>
    <a:lvl3pPr xmlns:a="http://schemas.openxmlformats.org/drawingml/2006/main" marL="9144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3pPr>
    <a:lvl4pPr xmlns:a="http://schemas.openxmlformats.org/drawingml/2006/main" marL="13716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4pPr>
    <a:lvl5pPr xmlns:a="http://schemas.openxmlformats.org/drawingml/2006/main" marL="18288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5pPr>
    <a:lvl6pPr xmlns:a="http://schemas.openxmlformats.org/drawingml/2006/main" marL="22860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6pPr>
    <a:lvl7pPr xmlns:a="http://schemas.openxmlformats.org/drawingml/2006/main" marL="27432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7pPr>
    <a:lvl8pPr xmlns:a="http://schemas.openxmlformats.org/drawingml/2006/main" marL="32004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8pPr>
    <a:lvl9pPr xmlns:a="http://schemas.openxmlformats.org/drawingml/2006/main" marL="36576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édio 2 - Ênfas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p="http://schemas.openxmlformats.org/presentationml/2006/main">
  <p:slideViewPr>
    <p:cSldViewPr snapToGrid="0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2008" cy="72008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136521baceff47f1" /><Relationship Type="http://schemas.openxmlformats.org/officeDocument/2006/relationships/slideMaster" Target="/ppt/slideMasters/slideMaster1.xml" Id="Rc75ef5e6e85f4cbe" /><Relationship Type="http://schemas.openxmlformats.org/officeDocument/2006/relationships/notesMaster" Target="/ppt/notesMasters/notesMaster1.xml" Id="R0a3449f7801d488e" /><Relationship Type="http://schemas.openxmlformats.org/officeDocument/2006/relationships/presProps" Target="/ppt/presProps.xml" Id="Rb171a83871484019" /><Relationship Type="http://schemas.openxmlformats.org/officeDocument/2006/relationships/viewProps" Target="/ppt/viewProps.xml" Id="R5fdadabdb65c494a" /><Relationship Type="http://schemas.openxmlformats.org/officeDocument/2006/relationships/tableStyles" Target="/ppt/tableStyles.xml" Id="Rd04d145b1c0f4995" /><Relationship Type="http://schemas.openxmlformats.org/officeDocument/2006/relationships/slide" Target="/ppt/slides/slide1.xml" Id="R1849056440b64cc5" /><Relationship Type="http://schemas.openxmlformats.org/officeDocument/2006/relationships/slide" Target="/ppt/slides/slide2.xml" Id="R930a22a1b84746e9" /><Relationship Type="http://schemas.openxmlformats.org/officeDocument/2006/relationships/slide" Target="/ppt/slides/slide3.xml" Id="R1e4af86e60ce4f31" /><Relationship Type="http://schemas.openxmlformats.org/officeDocument/2006/relationships/slide" Target="/ppt/slides/slide4.xml" Id="R09ca5cb0915f4196" /><Relationship Type="http://schemas.openxmlformats.org/officeDocument/2006/relationships/slide" Target="/ppt/slides/slide5.xml" Id="R84018cae2d85452c" /><Relationship Type="http://schemas.openxmlformats.org/officeDocument/2006/relationships/slide" Target="/ppt/slides/slide6.xml" Id="Rd09be74254794ce5" /><Relationship Type="http://schemas.openxmlformats.org/officeDocument/2006/relationships/slide" Target="/ppt/slides/slide7.xml" Id="R8c526009295a45a8" /><Relationship Type="http://schemas.openxmlformats.org/officeDocument/2006/relationships/slide" Target="/ppt/slides/slide8.xml" Id="Rb52e954ab26e4d25" /><Relationship Type="http://schemas.openxmlformats.org/officeDocument/2006/relationships/slide" Target="/ppt/slides/slide9.xml" Id="R4383d5ab91bc45a1" /><Relationship Type="http://schemas.openxmlformats.org/officeDocument/2006/relationships/slide" Target="/ppt/slides/slide10.xml" Id="R29ffb1576bbb4d12" /><Relationship Type="http://schemas.openxmlformats.org/officeDocument/2006/relationships/slide" Target="/ppt/slides/slide11.xml" Id="Reed7b436b8d244e0" /><Relationship Type="http://schemas.openxmlformats.org/officeDocument/2006/relationships/slide" Target="/ppt/slides/slide12.xml" Id="R87ffe430401a43e4" /><Relationship Type="http://schemas.openxmlformats.org/officeDocument/2006/relationships/slide" Target="/ppt/slides/slide13.xml" Id="R92cb1aa3208a446e" /><Relationship Type="http://schemas.openxmlformats.org/officeDocument/2006/relationships/slide" Target="/ppt/slides/slide14.xml" Id="Rac91fd0896de4554" /><Relationship Type="http://schemas.openxmlformats.org/officeDocument/2006/relationships/slide" Target="/ppt/slides/slide15.xml" Id="Rda999a49cfdd4d0e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2f88476e64d44f8c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5419c77c02564ca4" /><Relationship Type="http://schemas.openxmlformats.org/officeDocument/2006/relationships/notesMaster" Target="/ppt/notesMasters/notesMaster1.xml" Id="Ra7b226d48f2348f6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f0de1478e2e64386" /><Relationship Type="http://schemas.openxmlformats.org/officeDocument/2006/relationships/notesMaster" Target="/ppt/notesMasters/notesMaster1.xml" Id="R034b4fb464764f31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209d71f7872042d5" /><Relationship Type="http://schemas.openxmlformats.org/officeDocument/2006/relationships/notesMaster" Target="/ppt/notesMasters/notesMaster1.xml" Id="R42fdb917bf654292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28f8542b2dfd44d9" /><Relationship Type="http://schemas.openxmlformats.org/officeDocument/2006/relationships/notesMaster" Target="/ppt/notesMasters/notesMaster1.xml" Id="R20826bfb3707442c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378014ecd18f404f" /><Relationship Type="http://schemas.openxmlformats.org/officeDocument/2006/relationships/notesMaster" Target="/ppt/notesMasters/notesMaster1.xml" Id="Rdf8eb9ec57004b40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27b8a09f4f5d432d" /><Relationship Type="http://schemas.openxmlformats.org/officeDocument/2006/relationships/notesMaster" Target="/ppt/notesMasters/notesMaster1.xml" Id="R574531a7a1bb4efc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471852da33a04379" /><Relationship Type="http://schemas.openxmlformats.org/officeDocument/2006/relationships/notesMaster" Target="/ppt/notesMasters/notesMaster1.xml" Id="R92f03b85588f4435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9174ae79776a41e7" /><Relationship Type="http://schemas.openxmlformats.org/officeDocument/2006/relationships/notesMaster" Target="/ppt/notesMasters/notesMaster1.xml" Id="R02fbe0db4b1c47a8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85b015aa48d54159" /><Relationship Type="http://schemas.openxmlformats.org/officeDocument/2006/relationships/notesMaster" Target="/ppt/notesMasters/notesMaster1.xml" Id="R318d84c345024c13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6cdff77f84bf4320" /><Relationship Type="http://schemas.openxmlformats.org/officeDocument/2006/relationships/notesMaster" Target="/ppt/notesMasters/notesMaster1.xml" Id="Rebbbb9ff8fef46fe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13976b811471483c" /><Relationship Type="http://schemas.openxmlformats.org/officeDocument/2006/relationships/notesMaster" Target="/ppt/notesMasters/notesMaster1.xml" Id="R196a6e7247224d21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6f8e7b7d44954551" /><Relationship Type="http://schemas.openxmlformats.org/officeDocument/2006/relationships/notesMaster" Target="/ppt/notesMasters/notesMaster1.xml" Id="R05c3b20d224e42a3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b816ed001e2b4015" /><Relationship Type="http://schemas.openxmlformats.org/officeDocument/2006/relationships/notesMaster" Target="/ppt/notesMasters/notesMaster1.xml" Id="Rd62a876178b543d5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4154a3c8d09c4c4f" /><Relationship Type="http://schemas.openxmlformats.org/officeDocument/2006/relationships/notesMaster" Target="/ppt/notesMasters/notesMaster1.xml" Id="Rc0ade68fed0a4085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0bb9a527293044e9" /><Relationship Type="http://schemas.openxmlformats.org/officeDocument/2006/relationships/notesMaster" Target="/ppt/notesMasters/notesMaster1.xml" Id="Rc84150d98bc34f91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Eu desenvolvi o AEBOT para apoiar o trabalho de análise das Ordens de Serviço. Vou apresentar a ideia, o que já temos no projeto e como o aplicativo funciona hoje. Depois vou abrir o AEBOT para mostrar a interface e a consulta no chat.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Referências: README.md e package.json. Referência visual fornecida: Treinamento Implantação de Ligação Qualidade.pptx.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 ideia surgiu das dúvidas que aparecem no trabalho. Temos um volume grande de OS e situações que nem sempre chegam descritas do mesmo jeito. Eu quis reunir o conhecimento que usamos e deixar a consulta mais acessível durante a análise. Esses números são da nossa operação, não uma medição de capacidade do AEBOT.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Referências: Contexto operacional informado por Pedro Lucas Botelho: aproximadamente 40 analistas e pouco mais de 3.000 OS por dia. Esses números descrevem a operação.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 AEBOT entra como uma ferramenta de apoio enquanto analisamos a OS. Posso consultar uma dúvida, pedir orientação sobre o serviço e conferir a base da resposta. O objetivo é facilitar a busca e ajudar a manter o critério entre situações parecidas. O aplicativo não acessa nem altera a OS e não faz leitura automática das imagens.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Referências: src/services/RuleEngine.ts, AnalysisService.ts, ConflictResolver.ts e src/ai/LocalInterpretation.ts. src/components/ChatPanel.tsx e src/services/ConversationContextResolver.ts.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 projeto já vai além de dúvidas isoladas sobre evidência. Temos regras de enquadramento, troca de serviço e desdobros, além de critérios como aferição e metragem. Também existem regras que dependem da equipe, da superintendência ou da frente do serviço. O AEBOT só precisa pedir esse contexto quando ele realmente muda a orientação. O alcance de cada assunto depende das regras cadastradas para o serviço.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Referências: src/data/rulesStore.json, versão 2.15.3. 36 serviços cadastrados, dos quais 8 aguardam regras próprias. 99 regras e orientações, sendo 46 classificatórias e 53 orientativas.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Hoje a base tem 36 serviços e 99 regras e orientações. Ela inclui reparos, substituições, reaterros, repavimentações e outros grupos de serviço. Os números mostram o que já está organizado, mas cadastro não significa que todos tenham o mesmo nível de cobertura. Oito serviços ainda aguardam regras próprias. Estou aprofundando os testes em Repavimentação Asfalto sem deixar de manter o restante do catálogo.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Referências: src/data/rulesStore.json, versão 2.15.3. 36 serviços cadastrados, dos quais 8 aguardam regras próprias. 99 regras e orientações, sendo 46 classificatórias e 53 orientativas.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 parametrização faz parte da análise no AEBOT. Ele pode orientar sobre troca e sobre os serviços lançados no Executado ou no Posterior. As opções pertencem ao cadastro de cada serviço, e as regras ajudam a identificar ajustes necessários. Cada serviço tem um cadastro único: uma repavimentação, por exemplo, pode ser um adicional em uma OS e o serviço original em outra. Nem todas as listas do catálogo têm o mesmo nível de detalhamento.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Referências: src/data/rulesStore.json, versão 2.15.3. 36 serviços cadastrados, dos quais 8 aguardam regras próprias. 99 regras e orientações, sendo 46 classificatórias e 53 orientativas. src/services/ServiceParameterization.ts e src/components/ServiceDetails.tsx.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Quero que a consulta seja uma conversa, sem depender de escrever exatamente a frase da regra. A IA ajuda a interpretar o significado do relato. Já temos tratamento de continuação, respostas curtas a perguntas pendentes e retificações explícitas. Para uma OS diferente, uso Iniciar novo caso para separar o contexto. Continuo testando a interpretação porque esse comportamento precisa funcionar também nos relatos mais complexos.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Referências: src/components/ChatPanel.tsx e src/services/ConversationContextResolver.ts. src/ai/LocalInterpretation.ts.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Eu separei a interpretação da decisão. A IA ajuda a entender o relato, e o motor confere se as regras realmente se aplicam. Isso permite usar a linguagem natural sem deixar o modelo inventar um critério da empresa. A análise considera mais de uma ocorrência quando a base prevê essa combinação. Se não houver informação suficiente para concluir, o assistente pode orientar o próximo passo ou pedir o dado que falta.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Referências: src/services/RuleEngine.ts, AnalysisService.ts, ConflictResolver.ts e src/ai/LocalInterpretation.ts.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As regras ficam separadas do motor, em uma base que podemos revisar e ampliar. Ela reúne tanto os critérios informados para a análise quanto o conteúdo útil dos procedimentos de campo. O mantenedor prepara o pacote, e o aplicativo valida a versão e os dados antes de aplicar. O pacote declara quem revisou, a vigência e o que mudou, mas essa declaração não é uma assinatura digital. A versão anterior fica preservada. Não há aprendizado automático a partir das conversas.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Referências: desktop/RuleRelease.ts, desktop/main.ts e docs/COMO-EDITAR-REGRAS.md. src/data/rulesStore.json, versão 2.15.3. 36 serviços cadastrados, dos quais 8 aguardam regras próprias. 99 regras e orientações, sendo 46 classificatórias e 53 orientativas.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 rota atual é um aplicativo Windows com a IA local. O pacote inclui o modelo e o runtime, então o analista não configura URL, porta ou chave. Depois de preparado, funciona offline. Não há cota diária de perguntas de um provedor externo, mas o tempo de resposta continua dependendo da máquina e da complexidade do relato. O desktop não usa a API online como fallback e não persiste as conversas.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Referências: desktop/main.ts, ModelRuntime.ts, LocalModelClient.ts e src/components/DesktopSettings.tsx.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Essa é a interface atual. O serviço selecionado e o conhecimento ficam ao lado da conversa. Posso consultar as diretrizes e a parametrização, descrever o caso no chat e começar outra OS sem misturar os relatos. As configurações dão acesso à situação da IA, à importação de regras e à exportação dos registros. O feedback tem seu próprio formulário. A captura mostra Repavimentação Asfalto selecionada, mas o seletor contém o catálogo do projeto.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Referências: Captura real: desktop-release/desktop-preview.png. src/components/ServiceSelector.tsx, ServiceDetails.tsx, ChatPanel.tsx e DesktopSettings.tsx.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Também temos uma forma de recolher feedback. O analista escreve o que quer enviar e o aplicativo salva esse conteúdo localmente, sem copiar o histórico do chat. As métricas ajudam a acompanhar uso, chamadas ao modelo, falhas e tempo médio. A exportação reúne esses dados com as versões do aplicativo e da base. No desktop, isso não é um painel central que recebe dados automaticamente de todos os notebooks.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Referências: desktop/LocalData.ts, desktop/main.ts e src/components/FeedbackModal.tsx. src/components/DesktopSettings.tsx.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 AEBOT começou como extensão do Chrome e ganhou um backend online com painel administrativo. Essa parte continua preservada no código como perfil legado. A rota atual é o desktop offline, que reutiliza o mesmo núcleo de regras e roda a IA no notebook. O protótipo executável já existe com seus recursos locais. Não estou apresentando os provedores online como parte necessária do desktop nem afirmando a disponibilidade atual das rotas antigas.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Referências: README.md, docs/ADR-001-DESKTOP-LOCAL.md e código dos perfis worker e extensão. A existência do código não confirma disponibilidade dos serviços publicados. scripts/package-prototype.mjs e desktop/main.ts.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Já temos o aplicativo, o motor compartilhado, a base organizada e um protótipo executável. Agora estou concentrando o trabalho na qualidade das interpretações e no tempo de resposta, além de ampliar as regras dos serviços. O projeto tem testes automatizados e avaliação com a IA real. Quero continuar os testes e revisar os casos em que a orientação ainda não atende ao que precisamos, sem tratar implementação como garantia de acerto em qualquer situação.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Referências: README.md, package.json, docs/STATUS-DESKTOP-2026-10-08.md e docs/DESEMPENHO-IA-LOCAL.md.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Agora vou abrir o aplicativo. Primeiro mostro o catálogo, as diretrizes e a parametrização do serviço. Depois faço uma consulta sobre uma dúvida da análise e mostro como continuar a conversa. Por fim, mostro onde enviar feedback e onde ficam a importação de regras e a exportação das métricas. A demonstração apresenta o funcionamento do projeto, sem virar uma aula sobre as classificações.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Referências: src/components/ChatPanel.tsx e src/services/ConversationContextResolver.ts. src/components/ServiceDetails.tsx e DesktopSettings.tsx.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bafa747420b4a97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5549111d77f4d0e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7b17d8b4bbd4ded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2d24883c422425b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571ffd5dbd4484f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7d05351e0fb4498" /></Relationships>
</file>

<file path=ppt/slideLayouts/_rels/slideLayout7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559a9d74a0248a9" /></Relationships>
</file>

<file path=ppt/slideLayouts/_rels/slideLayout8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91d3d3c259c4abf" /></Relationships>
</file>

<file path=ppt/slideLayouts/_rels/slideLayout9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a9cbc5ca09349b6" /></Relationships>
</file>

<file path=ppt/slideLayouts/_rels/slideLayout10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a6b040de29440ef" /></Relationships>
</file>

<file path=ppt/slideLayouts/_rels/slideLayout1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ee10d5083784e70" /></Relationships>
</file>

<file path=ppt/slideLayouts/_rels/slideLayout1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17281841a3144aa" /><Relationship Type="http://schemas.openxmlformats.org/officeDocument/2006/relationships/image" Target="/ppt/media/image.png" Id="R176ace73159b4b05" /></Relationships>
</file>

<file path=ppt/slideLayouts/_rels/slideLayout1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d1548f6c0fc4e6b" /></Relationships>
</file>

<file path=ppt/slideLayouts/slideLayout1.xml><?xml version="1.0" encoding="utf-8"?>
<p:sldLayout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ítulo 1">
            <a:extLst xmlns:a="http://schemas.openxmlformats.org/drawingml/2006/main">
              <a:ext uri="{FF2B5EF4-FFF2-40B4-BE49-F238E27FC236}">
                <a16:creationId xmlns:a16="http://schemas.microsoft.com/office/drawing/2014/main" id="{690126CF-7274-5D18-8FAF-8C1B6B5D3E7C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1524000" y="1122363"/>
            <a:ext cx="9144000" cy="2387600"/>
          </a:xfrm>
        </p:spPr>
        <p:txBody>
          <a:bodyPr xmlns:a="http://schemas.openxmlformats.org/drawingml/2006/main" anchor="b"/>
          <a:lstStyle xmlns:a="http://schemas.openxmlformats.org/drawingml/2006/main">
            <a:lvl1pPr algn="ctr">
              <a:buNone/>
              <a:defRPr sz="6000"/>
            </a:lvl1pPr>
          </a:lstStyle>
          <a:p xmlns:a="http://schemas.openxmlformats.org/drawingml/2006/main">
            <a:r>
              <a:t>Clique para editar o título Mestre</a:t>
            </a:r>
          </a:p>
        </p:txBody>
      </p:sp>
      <p:sp>
        <p:nvSpPr>
          <p:cNvPr id="3" name="Subtítulo 2">
            <a:extLst xmlns:a="http://schemas.openxmlformats.org/drawingml/2006/main">
              <a:ext uri="{FF2B5EF4-FFF2-40B4-BE49-F238E27FC236}">
                <a16:creationId xmlns:a16="http://schemas.microsoft.com/office/drawing/2014/main" id="{A1F1CC3B-815A-D3DF-54FC-C45D9332BBD5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524000" y="3602038"/>
            <a:ext cx="9144000" cy="1655762"/>
          </a:xfrm>
        </p:spPr>
        <p:txBody>
          <a:bodyPr xmlns:a="http://schemas.openxmlformats.org/drawingml/2006/main"/>
          <a:lstStyle xmlns:a="http://schemas.openxmlformats.org/drawingml/2006/main"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 xmlns:a="http://schemas.openxmlformats.org/drawingml/2006/main">
            <a:r>
              <a:t>Clique para editar o estilo do subtítulo Mestre</a:t>
            </a:r>
          </a:p>
        </p:txBody>
      </p:sp>
      <p:sp>
        <p:nvSpPr>
          <p:cNvPr id="4" name="Espaço Reservado para Data 3">
            <a:extLst xmlns:a="http://schemas.openxmlformats.org/drawingml/2006/main">
              <a:ext uri="{FF2B5EF4-FFF2-40B4-BE49-F238E27FC236}">
                <a16:creationId xmlns:a16="http://schemas.microsoft.com/office/drawing/2014/main" id="{DE820693-D8E5-E7C9-C3DE-AB0BCEFF37DD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EF6E0F28-42CD-4558-B4F7-BBAFD4F20C29}" type="datetimeFigureOut">
              <a:t>05/10/2026</a:t>
            </a:fld>
            <a:endParaRPr/>
          </a:p>
        </p:txBody>
      </p:sp>
      <p:sp>
        <p:nvSpPr>
          <p:cNvPr id="5" name="Espaço Reservado para Rodapé 4">
            <a:extLst xmlns:a="http://schemas.openxmlformats.org/drawingml/2006/main">
              <a:ext uri="{FF2B5EF4-FFF2-40B4-BE49-F238E27FC236}">
                <a16:creationId xmlns:a16="http://schemas.microsoft.com/office/drawing/2014/main" id="{F71E1BD6-B6DA-D7DF-2FF1-D502E5EC5F8F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Espaço Reservado para Número de Slide 5">
            <a:extLst xmlns:a="http://schemas.openxmlformats.org/drawingml/2006/main">
              <a:ext uri="{FF2B5EF4-FFF2-40B4-BE49-F238E27FC236}">
                <a16:creationId xmlns:a16="http://schemas.microsoft.com/office/drawing/2014/main" id="{DE9B214E-E273-AE4D-852B-D177864F08F9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96EE6597-B2A9-435C-A42E-CF0C7CD60F66}" type="slidenum">
              <a:t>‹nº›</a:t>
            </a:fld>
            <a:endParaRPr/>
          </a:p>
        </p:txBody>
      </p:sp>
    </p:spTree>
  </p:cSld>
</p:sldLayout>
</file>

<file path=ppt/slideLayouts/slideLayout2.xml><?xml version="1.0" encoding="utf-8"?>
<p:sldLayout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ítulo 1">
            <a:extLst xmlns:a="http://schemas.openxmlformats.org/drawingml/2006/main">
              <a:ext uri="{FF2B5EF4-FFF2-40B4-BE49-F238E27FC236}">
                <a16:creationId xmlns:a16="http://schemas.microsoft.com/office/drawing/2014/main" id="{52559F23-733E-13D7-6D2B-1C969CFED16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Clique para editar o título Mestre</a:t>
            </a:r>
          </a:p>
        </p:txBody>
      </p:sp>
      <p:sp>
        <p:nvSpPr>
          <p:cNvPr id="3" name="Espaço Reservado para Conteúdo 2">
            <a:extLst xmlns:a="http://schemas.openxmlformats.org/drawingml/2006/main">
              <a:ext uri="{FF2B5EF4-FFF2-40B4-BE49-F238E27FC236}">
                <a16:creationId xmlns:a16="http://schemas.microsoft.com/office/drawing/2014/main" id="{D7496080-2BEF-A5BB-2FA7-5BAB93C57DE9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Clique para editar os estilos de texto Mestres</a:t>
            </a:r>
          </a:p>
          <a:p xmlns:a="http://schemas.openxmlformats.org/drawingml/2006/main">
            <a:pPr lvl="1">
              <a:buNone/>
            </a:pPr>
            <a:r>
              <a:t>Segundo nível</a:t>
            </a:r>
          </a:p>
          <a:p xmlns:a="http://schemas.openxmlformats.org/drawingml/2006/main">
            <a:pPr lvl="2">
              <a:buNone/>
            </a:pPr>
            <a:r>
              <a:t>Terceiro nível</a:t>
            </a:r>
          </a:p>
          <a:p xmlns:a="http://schemas.openxmlformats.org/drawingml/2006/main">
            <a:pPr lvl="3">
              <a:buNone/>
            </a:pPr>
            <a:r>
              <a:t>Quarto nível</a:t>
            </a:r>
          </a:p>
          <a:p xmlns:a="http://schemas.openxmlformats.org/drawingml/2006/main">
            <a:pPr lvl="4">
              <a:buNone/>
            </a:pPr>
            <a:r>
              <a:t>Quinto nível</a:t>
            </a:r>
          </a:p>
        </p:txBody>
      </p:sp>
      <p:sp>
        <p:nvSpPr>
          <p:cNvPr id="4" name="Espaço Reservado para Data 3">
            <a:extLst xmlns:a="http://schemas.openxmlformats.org/drawingml/2006/main">
              <a:ext uri="{FF2B5EF4-FFF2-40B4-BE49-F238E27FC236}">
                <a16:creationId xmlns:a16="http://schemas.microsoft.com/office/drawing/2014/main" id="{6D16FCD8-45DD-C66E-DC49-2CC82B295022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EF6E0F28-42CD-4558-B4F7-BBAFD4F20C29}" type="datetimeFigureOut">
              <a:t>05/10/2026</a:t>
            </a:fld>
            <a:endParaRPr/>
          </a:p>
        </p:txBody>
      </p:sp>
      <p:sp>
        <p:nvSpPr>
          <p:cNvPr id="5" name="Espaço Reservado para Rodapé 4">
            <a:extLst xmlns:a="http://schemas.openxmlformats.org/drawingml/2006/main">
              <a:ext uri="{FF2B5EF4-FFF2-40B4-BE49-F238E27FC236}">
                <a16:creationId xmlns:a16="http://schemas.microsoft.com/office/drawing/2014/main" id="{853E35EF-3CAE-1626-97B0-C9F109554166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Espaço Reservado para Número de Slide 5">
            <a:extLst xmlns:a="http://schemas.openxmlformats.org/drawingml/2006/main">
              <a:ext uri="{FF2B5EF4-FFF2-40B4-BE49-F238E27FC236}">
                <a16:creationId xmlns:a16="http://schemas.microsoft.com/office/drawing/2014/main" id="{3C2EB0EC-4EBD-AFDC-A8DC-944F6D797866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96EE6597-B2A9-435C-A42E-CF0C7CD60F66}" type="slidenum">
              <a:t>‹nº›</a:t>
            </a:fld>
            <a:endParaRPr/>
          </a:p>
        </p:txBody>
      </p:sp>
    </p:spTree>
  </p:cSld>
</p:sldLayout>
</file>

<file path=ppt/slideLayouts/slideLayout3.xml><?xml version="1.0" encoding="utf-8"?>
<p:sldLayout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ítulo 1">
            <a:extLst xmlns:a="http://schemas.openxmlformats.org/drawingml/2006/main">
              <a:ext uri="{FF2B5EF4-FFF2-40B4-BE49-F238E27FC236}">
                <a16:creationId xmlns:a16="http://schemas.microsoft.com/office/drawing/2014/main" id="{332B025F-9A8C-3538-7295-2040396AAC8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1850" y="1709738"/>
            <a:ext cx="10515600" cy="2852737"/>
          </a:xfrm>
        </p:spPr>
        <p:txBody>
          <a:bodyPr xmlns:a="http://schemas.openxmlformats.org/drawingml/2006/main" anchor="b"/>
          <a:lstStyle xmlns:a="http://schemas.openxmlformats.org/drawingml/2006/main">
            <a:lvl1pPr>
              <a:buNone/>
              <a:defRPr sz="6000"/>
            </a:lvl1pPr>
          </a:lstStyle>
          <a:p xmlns:a="http://schemas.openxmlformats.org/drawingml/2006/main">
            <a:r>
              <a:t>Clique para editar o título Mestre</a:t>
            </a:r>
          </a:p>
        </p:txBody>
      </p:sp>
      <p:sp>
        <p:nvSpPr>
          <p:cNvPr id="3" name="Espaço Reservado para Texto 2">
            <a:extLst xmlns:a="http://schemas.openxmlformats.org/drawingml/2006/main">
              <a:ext uri="{FF2B5EF4-FFF2-40B4-BE49-F238E27FC236}">
                <a16:creationId xmlns:a16="http://schemas.microsoft.com/office/drawing/2014/main" id="{1B557C79-86C3-6A38-B021-7C97D80E91A0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1850" y="4589463"/>
            <a:ext cx="10515600" cy="1500187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 xmlns:a="http://schemas.openxmlformats.org/drawingml/2006/main">
            <a:pPr lvl="0">
              <a:buNone/>
            </a:pPr>
            <a:r>
              <a:t>Clique para editar os estilos de texto Mestres</a:t>
            </a:r>
          </a:p>
        </p:txBody>
      </p:sp>
      <p:sp>
        <p:nvSpPr>
          <p:cNvPr id="4" name="Espaço Reservado para Data 3">
            <a:extLst xmlns:a="http://schemas.openxmlformats.org/drawingml/2006/main">
              <a:ext uri="{FF2B5EF4-FFF2-40B4-BE49-F238E27FC236}">
                <a16:creationId xmlns:a16="http://schemas.microsoft.com/office/drawing/2014/main" id="{C7952D87-863F-F445-D70D-0DB35B8C8F9B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EF6E0F28-42CD-4558-B4F7-BBAFD4F20C29}" type="datetimeFigureOut">
              <a:t>05/10/2026</a:t>
            </a:fld>
            <a:endParaRPr/>
          </a:p>
        </p:txBody>
      </p:sp>
      <p:sp>
        <p:nvSpPr>
          <p:cNvPr id="5" name="Espaço Reservado para Rodapé 4">
            <a:extLst xmlns:a="http://schemas.openxmlformats.org/drawingml/2006/main">
              <a:ext uri="{FF2B5EF4-FFF2-40B4-BE49-F238E27FC236}">
                <a16:creationId xmlns:a16="http://schemas.microsoft.com/office/drawing/2014/main" id="{2AB0495E-9765-7069-F4C0-9C7E59A57E6C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Espaço Reservado para Número de Slide 5">
            <a:extLst xmlns:a="http://schemas.openxmlformats.org/drawingml/2006/main">
              <a:ext uri="{FF2B5EF4-FFF2-40B4-BE49-F238E27FC236}">
                <a16:creationId xmlns:a16="http://schemas.microsoft.com/office/drawing/2014/main" id="{E861BC8A-C0C3-433A-455F-219F973EFEE8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96EE6597-B2A9-435C-A42E-CF0C7CD60F66}" type="slidenum">
              <a:t>‹nº›</a:t>
            </a:fld>
            <a:endParaRPr/>
          </a:p>
        </p:txBody>
      </p:sp>
    </p:spTree>
  </p:cSld>
</p:sldLayout>
</file>

<file path=ppt/slideLayouts/slideLayout4.xml><?xml version="1.0" encoding="utf-8"?>
<p:sldLayout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ítulo 1">
            <a:extLst xmlns:a="http://schemas.openxmlformats.org/drawingml/2006/main">
              <a:ext uri="{FF2B5EF4-FFF2-40B4-BE49-F238E27FC236}">
                <a16:creationId xmlns:a16="http://schemas.microsoft.com/office/drawing/2014/main" id="{58032325-5D07-3518-0A93-A946ACDAEE2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Clique para editar o título Mestre</a:t>
            </a:r>
          </a:p>
        </p:txBody>
      </p:sp>
      <p:sp>
        <p:nvSpPr>
          <p:cNvPr id="3" name="Espaço Reservado para Conteúdo 2">
            <a:extLst xmlns:a="http://schemas.openxmlformats.org/drawingml/2006/main">
              <a:ext uri="{FF2B5EF4-FFF2-40B4-BE49-F238E27FC236}">
                <a16:creationId xmlns:a16="http://schemas.microsoft.com/office/drawing/2014/main" id="{60239A27-9B85-39C6-F1BF-B7913C38667B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838200" y="1825625"/>
            <a:ext cx="5181600" cy="435133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Clique para editar os estilos de texto Mestres</a:t>
            </a:r>
          </a:p>
          <a:p xmlns:a="http://schemas.openxmlformats.org/drawingml/2006/main">
            <a:pPr lvl="1">
              <a:buNone/>
            </a:pPr>
            <a:r>
              <a:t>Segundo nível</a:t>
            </a:r>
          </a:p>
          <a:p xmlns:a="http://schemas.openxmlformats.org/drawingml/2006/main">
            <a:pPr lvl="2">
              <a:buNone/>
            </a:pPr>
            <a:r>
              <a:t>Terceiro nível</a:t>
            </a:r>
          </a:p>
          <a:p xmlns:a="http://schemas.openxmlformats.org/drawingml/2006/main">
            <a:pPr lvl="3">
              <a:buNone/>
            </a:pPr>
            <a:r>
              <a:t>Quarto nível</a:t>
            </a:r>
          </a:p>
          <a:p xmlns:a="http://schemas.openxmlformats.org/drawingml/2006/main">
            <a:pPr lvl="4">
              <a:buNone/>
            </a:pPr>
            <a:r>
              <a:t>Quinto nível</a:t>
            </a:r>
          </a:p>
        </p:txBody>
      </p:sp>
      <p:sp>
        <p:nvSpPr>
          <p:cNvPr id="4" name="Espaço Reservado para Conteúdo 3">
            <a:extLst xmlns:a="http://schemas.openxmlformats.org/drawingml/2006/main">
              <a:ext uri="{FF2B5EF4-FFF2-40B4-BE49-F238E27FC236}">
                <a16:creationId xmlns:a16="http://schemas.microsoft.com/office/drawing/2014/main" id="{832F56DD-A992-85EE-DAD2-FAD336DEED7F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6172200" y="1825625"/>
            <a:ext cx="5181600" cy="435133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Clique para editar os estilos de texto Mestres</a:t>
            </a:r>
          </a:p>
          <a:p xmlns:a="http://schemas.openxmlformats.org/drawingml/2006/main">
            <a:pPr lvl="1">
              <a:buNone/>
            </a:pPr>
            <a:r>
              <a:t>Segundo nível</a:t>
            </a:r>
          </a:p>
          <a:p xmlns:a="http://schemas.openxmlformats.org/drawingml/2006/main">
            <a:pPr lvl="2">
              <a:buNone/>
            </a:pPr>
            <a:r>
              <a:t>Terceiro nível</a:t>
            </a:r>
          </a:p>
          <a:p xmlns:a="http://schemas.openxmlformats.org/drawingml/2006/main">
            <a:pPr lvl="3">
              <a:buNone/>
            </a:pPr>
            <a:r>
              <a:t>Quarto nível</a:t>
            </a:r>
          </a:p>
          <a:p xmlns:a="http://schemas.openxmlformats.org/drawingml/2006/main">
            <a:pPr lvl="4">
              <a:buNone/>
            </a:pPr>
            <a:r>
              <a:t>Quinto nível</a:t>
            </a:r>
          </a:p>
        </p:txBody>
      </p:sp>
      <p:sp>
        <p:nvSpPr>
          <p:cNvPr id="5" name="Espaço Reservado para Data 4">
            <a:extLst xmlns:a="http://schemas.openxmlformats.org/drawingml/2006/main">
              <a:ext uri="{FF2B5EF4-FFF2-40B4-BE49-F238E27FC236}">
                <a16:creationId xmlns:a16="http://schemas.microsoft.com/office/drawing/2014/main" id="{02988E7D-FCF3-3EFF-ACDA-1C919BD7FB97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EF6E0F28-42CD-4558-B4F7-BBAFD4F20C29}" type="datetimeFigureOut">
              <a:t>05/10/2026</a:t>
            </a:fld>
            <a:endParaRPr/>
          </a:p>
        </p:txBody>
      </p:sp>
      <p:sp>
        <p:nvSpPr>
          <p:cNvPr id="6" name="Espaço Reservado para Rodapé 5">
            <a:extLst xmlns:a="http://schemas.openxmlformats.org/drawingml/2006/main">
              <a:ext uri="{FF2B5EF4-FFF2-40B4-BE49-F238E27FC236}">
                <a16:creationId xmlns:a16="http://schemas.microsoft.com/office/drawing/2014/main" id="{504BA71C-7E00-AB6B-CE96-9A7626AD42CC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Espaço Reservado para Número de Slide 6">
            <a:extLst xmlns:a="http://schemas.openxmlformats.org/drawingml/2006/main">
              <a:ext uri="{FF2B5EF4-FFF2-40B4-BE49-F238E27FC236}">
                <a16:creationId xmlns:a16="http://schemas.microsoft.com/office/drawing/2014/main" id="{56A541AD-BD94-1B5F-9F4B-170C6C8F7A89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96EE6597-B2A9-435C-A42E-CF0C7CD60F66}" type="slidenum">
              <a:t>‹nº›</a:t>
            </a:fld>
            <a:endParaRPr/>
          </a:p>
        </p:txBody>
      </p:sp>
    </p:spTree>
  </p:cSld>
</p:sldLayout>
</file>

<file path=ppt/slideLayouts/slideLayout5.xml><?xml version="1.0" encoding="utf-8"?>
<p:sldLayout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ítulo 1">
            <a:extLst xmlns:a="http://schemas.openxmlformats.org/drawingml/2006/main">
              <a:ext uri="{FF2B5EF4-FFF2-40B4-BE49-F238E27FC236}">
                <a16:creationId xmlns:a16="http://schemas.microsoft.com/office/drawing/2014/main" id="{87D1C1EB-4ABA-DD8B-9E87-FE2F50B989D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9788" y="365125"/>
            <a:ext cx="10515600" cy="1325563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Clique para editar o título Mestre</a:t>
            </a:r>
          </a:p>
        </p:txBody>
      </p:sp>
      <p:sp>
        <p:nvSpPr>
          <p:cNvPr id="3" name="Espaço Reservado para Texto 2">
            <a:extLst xmlns:a="http://schemas.openxmlformats.org/drawingml/2006/main">
              <a:ext uri="{FF2B5EF4-FFF2-40B4-BE49-F238E27FC236}">
                <a16:creationId xmlns:a16="http://schemas.microsoft.com/office/drawing/2014/main" id="{39E04D74-9294-0DA1-D22A-3DDF28480AD8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9788" y="1681163"/>
            <a:ext cx="5157787" cy="823912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 lvl="0">
              <a:buNone/>
            </a:pPr>
            <a:r>
              <a:t>Clique para editar os estilos de texto Mestres</a:t>
            </a:r>
          </a:p>
        </p:txBody>
      </p:sp>
      <p:sp>
        <p:nvSpPr>
          <p:cNvPr id="4" name="Espaço Reservado para Conteúdo 3">
            <a:extLst xmlns:a="http://schemas.openxmlformats.org/drawingml/2006/main">
              <a:ext uri="{FF2B5EF4-FFF2-40B4-BE49-F238E27FC236}">
                <a16:creationId xmlns:a16="http://schemas.microsoft.com/office/drawing/2014/main" id="{9085031A-BA80-890E-3AFA-265C3DAE0AFD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839788" y="2505075"/>
            <a:ext cx="5157787" cy="368458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Clique para editar os estilos de texto Mestres</a:t>
            </a:r>
          </a:p>
          <a:p xmlns:a="http://schemas.openxmlformats.org/drawingml/2006/main">
            <a:pPr lvl="1">
              <a:buNone/>
            </a:pPr>
            <a:r>
              <a:t>Segundo nível</a:t>
            </a:r>
          </a:p>
          <a:p xmlns:a="http://schemas.openxmlformats.org/drawingml/2006/main">
            <a:pPr lvl="2">
              <a:buNone/>
            </a:pPr>
            <a:r>
              <a:t>Terceiro nível</a:t>
            </a:r>
          </a:p>
          <a:p xmlns:a="http://schemas.openxmlformats.org/drawingml/2006/main">
            <a:pPr lvl="3">
              <a:buNone/>
            </a:pPr>
            <a:r>
              <a:t>Quarto nível</a:t>
            </a:r>
          </a:p>
          <a:p xmlns:a="http://schemas.openxmlformats.org/drawingml/2006/main">
            <a:pPr lvl="4">
              <a:buNone/>
            </a:pPr>
            <a:r>
              <a:t>Quinto nível</a:t>
            </a:r>
          </a:p>
        </p:txBody>
      </p:sp>
      <p:sp>
        <p:nvSpPr>
          <p:cNvPr id="5" name="Espaço Reservado para Texto 4">
            <a:extLst xmlns:a="http://schemas.openxmlformats.org/drawingml/2006/main">
              <a:ext uri="{FF2B5EF4-FFF2-40B4-BE49-F238E27FC236}">
                <a16:creationId xmlns:a16="http://schemas.microsoft.com/office/drawing/2014/main" id="{CF8964DC-29A6-72B1-294F-1D673C1369C6}"/>
              </a:ext>
            </a:extLst>
          </p:cNvPr>
          <p:cNvSpPr>
            <a:spLocks xmlns:a="http://schemas.openxmlformats.org/drawingml/2006/main" noGrp="1"/>
          </p:cNvSpPr>
          <p:nvPr>
            <p:ph type="body" idx="3"/>
          </p:nvPr>
        </p:nvSpPr>
        <p:spPr>
          <a:xfrm xmlns:a="http://schemas.openxmlformats.org/drawingml/2006/main">
            <a:off x="6172200" y="1681163"/>
            <a:ext cx="5183188" cy="823912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 lvl="0">
              <a:buNone/>
            </a:pPr>
            <a:r>
              <a:t>Clique para editar os estilos de texto Mestres</a:t>
            </a:r>
          </a:p>
        </p:txBody>
      </p:sp>
      <p:sp>
        <p:nvSpPr>
          <p:cNvPr id="6" name="Espaço Reservado para Conteúdo 5">
            <a:extLst xmlns:a="http://schemas.openxmlformats.org/drawingml/2006/main">
              <a:ext uri="{FF2B5EF4-FFF2-40B4-BE49-F238E27FC236}">
                <a16:creationId xmlns:a16="http://schemas.microsoft.com/office/drawing/2014/main" id="{5205D012-B037-C260-D6E7-E04C147081EE}"/>
              </a:ext>
            </a:extLst>
          </p:cNvPr>
          <p:cNvSpPr>
            <a:spLocks xmlns:a="http://schemas.openxmlformats.org/drawingml/2006/main" noGrp="1"/>
          </p:cNvSpPr>
          <p:nvPr>
            <p:ph idx="4"/>
          </p:nvPr>
        </p:nvSpPr>
        <p:spPr>
          <a:xfrm xmlns:a="http://schemas.openxmlformats.org/drawingml/2006/main">
            <a:off x="6172200" y="2505075"/>
            <a:ext cx="5183188" cy="368458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Clique para editar os estilos de texto Mestres</a:t>
            </a:r>
          </a:p>
          <a:p xmlns:a="http://schemas.openxmlformats.org/drawingml/2006/main">
            <a:pPr lvl="1">
              <a:buNone/>
            </a:pPr>
            <a:r>
              <a:t>Segundo nível</a:t>
            </a:r>
          </a:p>
          <a:p xmlns:a="http://schemas.openxmlformats.org/drawingml/2006/main">
            <a:pPr lvl="2">
              <a:buNone/>
            </a:pPr>
            <a:r>
              <a:t>Terceiro nível</a:t>
            </a:r>
          </a:p>
          <a:p xmlns:a="http://schemas.openxmlformats.org/drawingml/2006/main">
            <a:pPr lvl="3">
              <a:buNone/>
            </a:pPr>
            <a:r>
              <a:t>Quarto nível</a:t>
            </a:r>
          </a:p>
          <a:p xmlns:a="http://schemas.openxmlformats.org/drawingml/2006/main">
            <a:pPr lvl="4">
              <a:buNone/>
            </a:pPr>
            <a:r>
              <a:t>Quinto nível</a:t>
            </a:r>
          </a:p>
        </p:txBody>
      </p:sp>
      <p:sp>
        <p:nvSpPr>
          <p:cNvPr id="7" name="Espaço Reservado para Data 6">
            <a:extLst xmlns:a="http://schemas.openxmlformats.org/drawingml/2006/main">
              <a:ext uri="{FF2B5EF4-FFF2-40B4-BE49-F238E27FC236}">
                <a16:creationId xmlns:a16="http://schemas.microsoft.com/office/drawing/2014/main" id="{8994BDE9-B992-8DC5-9603-C7C94DD2BE98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EF6E0F28-42CD-4558-B4F7-BBAFD4F20C29}" type="datetimeFigureOut">
              <a:t>05/10/2026</a:t>
            </a:fld>
            <a:endParaRPr/>
          </a:p>
        </p:txBody>
      </p:sp>
      <p:sp>
        <p:nvSpPr>
          <p:cNvPr id="8" name="Espaço Reservado para Rodapé 7">
            <a:extLst xmlns:a="http://schemas.openxmlformats.org/drawingml/2006/main">
              <a:ext uri="{FF2B5EF4-FFF2-40B4-BE49-F238E27FC236}">
                <a16:creationId xmlns:a16="http://schemas.microsoft.com/office/drawing/2014/main" id="{AC48EE17-4DE0-7F96-E6A9-D4EB2466CCB5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9" name="Espaço Reservado para Número de Slide 8">
            <a:extLst xmlns:a="http://schemas.openxmlformats.org/drawingml/2006/main">
              <a:ext uri="{FF2B5EF4-FFF2-40B4-BE49-F238E27FC236}">
                <a16:creationId xmlns:a16="http://schemas.microsoft.com/office/drawing/2014/main" id="{0ED9C82D-81B8-685F-8FA0-A5D162F11A2C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96EE6597-B2A9-435C-A42E-CF0C7CD60F66}" type="slidenum">
              <a:t>‹nº›</a:t>
            </a:fld>
            <a:endParaRPr/>
          </a:p>
        </p:txBody>
      </p:sp>
    </p:spTree>
  </p:cSld>
</p:sldLayout>
</file>

<file path=ppt/slideLayouts/slideLayout6.xml><?xml version="1.0" encoding="utf-8"?>
<p:sldLayout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ítulo 1">
            <a:extLst xmlns:a="http://schemas.openxmlformats.org/drawingml/2006/main">
              <a:ext uri="{FF2B5EF4-FFF2-40B4-BE49-F238E27FC236}">
                <a16:creationId xmlns:a16="http://schemas.microsoft.com/office/drawing/2014/main" id="{F26CCF79-9365-C5CC-9D5E-2F2512CB7F7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Clique para editar o título Mestre</a:t>
            </a:r>
          </a:p>
        </p:txBody>
      </p:sp>
      <p:sp>
        <p:nvSpPr>
          <p:cNvPr id="3" name="Espaço Reservado para Data 2">
            <a:extLst xmlns:a="http://schemas.openxmlformats.org/drawingml/2006/main">
              <a:ext uri="{FF2B5EF4-FFF2-40B4-BE49-F238E27FC236}">
                <a16:creationId xmlns:a16="http://schemas.microsoft.com/office/drawing/2014/main" id="{85AEC412-DC90-163B-5CF7-B6F259206E7F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EF6E0F28-42CD-4558-B4F7-BBAFD4F20C29}" type="datetimeFigureOut">
              <a:t>05/10/2026</a:t>
            </a:fld>
            <a:endParaRPr/>
          </a:p>
        </p:txBody>
      </p:sp>
      <p:sp>
        <p:nvSpPr>
          <p:cNvPr id="4" name="Espaço Reservado para Rodapé 3">
            <a:extLst xmlns:a="http://schemas.openxmlformats.org/drawingml/2006/main">
              <a:ext uri="{FF2B5EF4-FFF2-40B4-BE49-F238E27FC236}">
                <a16:creationId xmlns:a16="http://schemas.microsoft.com/office/drawing/2014/main" id="{EECD7EAF-89BF-9A95-37C1-B9DC6192F085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" name="Espaço Reservado para Número de Slide 4">
            <a:extLst xmlns:a="http://schemas.openxmlformats.org/drawingml/2006/main">
              <a:ext uri="{FF2B5EF4-FFF2-40B4-BE49-F238E27FC236}">
                <a16:creationId xmlns:a16="http://schemas.microsoft.com/office/drawing/2014/main" id="{A165E11A-3227-7130-9EC0-4A4722B0D42A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96EE6597-B2A9-435C-A42E-CF0C7CD60F66}" type="slidenum">
              <a:t>‹nº›</a:t>
            </a:fld>
            <a:endParaRPr/>
          </a:p>
        </p:txBody>
      </p:sp>
    </p:spTree>
  </p:cSld>
</p:sldLayout>
</file>

<file path=ppt/slideLayouts/slideLayout7.xml><?xml version="1.0" encoding="utf-8"?>
<p:sldLayout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Espaço Reservado para Data 1">
            <a:extLst xmlns:a="http://schemas.openxmlformats.org/drawingml/2006/main">
              <a:ext uri="{FF2B5EF4-FFF2-40B4-BE49-F238E27FC236}">
                <a16:creationId xmlns:a16="http://schemas.microsoft.com/office/drawing/2014/main" id="{3E8E817B-967F-4297-C642-AFA70740BD9C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EF6E0F28-42CD-4558-B4F7-BBAFD4F20C29}" type="datetimeFigureOut">
              <a:t>05/10/2026</a:t>
            </a:fld>
            <a:endParaRPr/>
          </a:p>
        </p:txBody>
      </p:sp>
      <p:sp>
        <p:nvSpPr>
          <p:cNvPr id="3" name="Espaço Reservado para Rodapé 2">
            <a:extLst xmlns:a="http://schemas.openxmlformats.org/drawingml/2006/main">
              <a:ext uri="{FF2B5EF4-FFF2-40B4-BE49-F238E27FC236}">
                <a16:creationId xmlns:a16="http://schemas.microsoft.com/office/drawing/2014/main" id="{353AFFD4-7226-EF2F-1550-1C4975D5859B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Espaço Reservado para Número de Slide 3">
            <a:extLst xmlns:a="http://schemas.openxmlformats.org/drawingml/2006/main">
              <a:ext uri="{FF2B5EF4-FFF2-40B4-BE49-F238E27FC236}">
                <a16:creationId xmlns:a16="http://schemas.microsoft.com/office/drawing/2014/main" id="{AED9333C-C180-F3EC-3631-28EC5B01BDC5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96EE6597-B2A9-435C-A42E-CF0C7CD60F66}" type="slidenum">
              <a:t>‹nº›</a:t>
            </a:fld>
            <a:endParaRPr/>
          </a:p>
        </p:txBody>
      </p:sp>
    </p:spTree>
  </p:cSld>
</p:sldLayout>
</file>

<file path=ppt/slideLayouts/slideLayout8.xml><?xml version="1.0" encoding="utf-8"?>
<p:sldLayout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ítulo 1">
            <a:extLst xmlns:a="http://schemas.openxmlformats.org/drawingml/2006/main">
              <a:ext uri="{FF2B5EF4-FFF2-40B4-BE49-F238E27FC236}">
                <a16:creationId xmlns:a16="http://schemas.microsoft.com/office/drawing/2014/main" id="{B7568F6E-FE0A-1025-711A-114696FC29D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9788" y="457200"/>
            <a:ext cx="3932237" cy="1600200"/>
          </a:xfrm>
        </p:spPr>
        <p:txBody>
          <a:bodyPr xmlns:a="http://schemas.openxmlformats.org/drawingml/2006/main" anchor="b"/>
          <a:lstStyle xmlns:a="http://schemas.openxmlformats.org/drawingml/2006/main">
            <a:lvl1pPr>
              <a:buNone/>
              <a:defRPr sz="3200"/>
            </a:lvl1pPr>
          </a:lstStyle>
          <a:p xmlns:a="http://schemas.openxmlformats.org/drawingml/2006/main">
            <a:r>
              <a:t>Clique para editar o título Mestre</a:t>
            </a:r>
          </a:p>
        </p:txBody>
      </p:sp>
      <p:sp>
        <p:nvSpPr>
          <p:cNvPr id="3" name="Espaço Reservado para Conteúdo 2">
            <a:extLst xmlns:a="http://schemas.openxmlformats.org/drawingml/2006/main">
              <a:ext uri="{FF2B5EF4-FFF2-40B4-BE49-F238E27FC236}">
                <a16:creationId xmlns:a16="http://schemas.microsoft.com/office/drawing/2014/main" id="{35F951CB-5EB8-E2F9-01F7-25726D3A2ACE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5183188" y="987425"/>
            <a:ext cx="6172200" cy="4873625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3200"/>
            </a:lvl1pPr>
            <a:lvl2pPr>
              <a:buNone/>
              <a:defRPr sz="2800"/>
            </a:lvl2pPr>
            <a:lvl3pPr>
              <a:buNone/>
              <a:defRPr sz="2400"/>
            </a:lvl3pPr>
            <a:lvl4pPr>
              <a:buNone/>
              <a:defRPr sz="2000"/>
            </a:lvl4pPr>
            <a:lvl5pPr>
              <a:buNone/>
              <a:defRPr sz="2000"/>
            </a:lvl5pPr>
            <a:lvl6pPr>
              <a:buNone/>
              <a:defRPr sz="2000"/>
            </a:lvl6pPr>
            <a:lvl7pPr>
              <a:buNone/>
              <a:defRPr sz="2000"/>
            </a:lvl7pPr>
            <a:lvl8pPr>
              <a:buNone/>
              <a:defRPr sz="2000"/>
            </a:lvl8pPr>
            <a:lvl9pPr>
              <a:buNone/>
              <a:defRPr sz="2000"/>
            </a:lvl9pPr>
          </a:lstStyle>
          <a:p xmlns:a="http://schemas.openxmlformats.org/drawingml/2006/main">
            <a:pPr lvl="0">
              <a:buNone/>
            </a:pPr>
            <a:r>
              <a:t>Clique para editar os estilos de texto Mestres</a:t>
            </a:r>
          </a:p>
          <a:p xmlns:a="http://schemas.openxmlformats.org/drawingml/2006/main">
            <a:pPr lvl="1">
              <a:buNone/>
            </a:pPr>
            <a:r>
              <a:t>Segundo nível</a:t>
            </a:r>
          </a:p>
          <a:p xmlns:a="http://schemas.openxmlformats.org/drawingml/2006/main">
            <a:pPr lvl="2">
              <a:buNone/>
            </a:pPr>
            <a:r>
              <a:t>Terceiro nível</a:t>
            </a:r>
          </a:p>
          <a:p xmlns:a="http://schemas.openxmlformats.org/drawingml/2006/main">
            <a:pPr lvl="3">
              <a:buNone/>
            </a:pPr>
            <a:r>
              <a:t>Quarto nível</a:t>
            </a:r>
          </a:p>
          <a:p xmlns:a="http://schemas.openxmlformats.org/drawingml/2006/main">
            <a:pPr lvl="4">
              <a:buNone/>
            </a:pPr>
            <a:r>
              <a:t>Quinto nível</a:t>
            </a:r>
          </a:p>
        </p:txBody>
      </p:sp>
      <p:sp>
        <p:nvSpPr>
          <p:cNvPr id="4" name="Espaço Reservado para Texto 3">
            <a:extLst xmlns:a="http://schemas.openxmlformats.org/drawingml/2006/main">
              <a:ext uri="{FF2B5EF4-FFF2-40B4-BE49-F238E27FC236}">
                <a16:creationId xmlns:a16="http://schemas.microsoft.com/office/drawing/2014/main" id="{1089919E-9B9C-A2E3-FECF-5A9DFCEA2924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839788" y="2057400"/>
            <a:ext cx="3932237" cy="3811588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 xmlns:a="http://schemas.openxmlformats.org/drawingml/2006/main">
            <a:pPr lvl="0">
              <a:buNone/>
            </a:pPr>
            <a:r>
              <a:t>Clique para editar os estilos de texto Mestres</a:t>
            </a:r>
          </a:p>
        </p:txBody>
      </p:sp>
      <p:sp>
        <p:nvSpPr>
          <p:cNvPr id="5" name="Espaço Reservado para Data 4">
            <a:extLst xmlns:a="http://schemas.openxmlformats.org/drawingml/2006/main">
              <a:ext uri="{FF2B5EF4-FFF2-40B4-BE49-F238E27FC236}">
                <a16:creationId xmlns:a16="http://schemas.microsoft.com/office/drawing/2014/main" id="{C537D1C0-7894-1CF8-7E95-D32658C58F84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EF6E0F28-42CD-4558-B4F7-BBAFD4F20C29}" type="datetimeFigureOut">
              <a:t>05/10/2026</a:t>
            </a:fld>
            <a:endParaRPr/>
          </a:p>
        </p:txBody>
      </p:sp>
      <p:sp>
        <p:nvSpPr>
          <p:cNvPr id="6" name="Espaço Reservado para Rodapé 5">
            <a:extLst xmlns:a="http://schemas.openxmlformats.org/drawingml/2006/main">
              <a:ext uri="{FF2B5EF4-FFF2-40B4-BE49-F238E27FC236}">
                <a16:creationId xmlns:a16="http://schemas.microsoft.com/office/drawing/2014/main" id="{FA8CB4BD-A998-ACCF-259E-734F3257D446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Espaço Reservado para Número de Slide 6">
            <a:extLst xmlns:a="http://schemas.openxmlformats.org/drawingml/2006/main">
              <a:ext uri="{FF2B5EF4-FFF2-40B4-BE49-F238E27FC236}">
                <a16:creationId xmlns:a16="http://schemas.microsoft.com/office/drawing/2014/main" id="{AA4E9AD5-FB66-07DA-5A06-F8009765EAA4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96EE6597-B2A9-435C-A42E-CF0C7CD60F66}" type="slidenum">
              <a:t>‹nº›</a:t>
            </a:fld>
            <a:endParaRPr/>
          </a:p>
        </p:txBody>
      </p:sp>
    </p:spTree>
  </p:cSld>
</p:sldLayout>
</file>

<file path=ppt/slideLayouts/slideLayout9.xml><?xml version="1.0" encoding="utf-8"?>
<p:sldLayout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ítulo 1">
            <a:extLst xmlns:a="http://schemas.openxmlformats.org/drawingml/2006/main">
              <a:ext uri="{FF2B5EF4-FFF2-40B4-BE49-F238E27FC236}">
                <a16:creationId xmlns:a16="http://schemas.microsoft.com/office/drawing/2014/main" id="{56A08C64-8A1C-392C-F8F3-6A80426187D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9788" y="457200"/>
            <a:ext cx="3932237" cy="1600200"/>
          </a:xfrm>
        </p:spPr>
        <p:txBody>
          <a:bodyPr xmlns:a="http://schemas.openxmlformats.org/drawingml/2006/main" anchor="b"/>
          <a:lstStyle xmlns:a="http://schemas.openxmlformats.org/drawingml/2006/main">
            <a:lvl1pPr>
              <a:buNone/>
              <a:defRPr sz="3200"/>
            </a:lvl1pPr>
          </a:lstStyle>
          <a:p xmlns:a="http://schemas.openxmlformats.org/drawingml/2006/main">
            <a:r>
              <a:t>Clique para editar o título Mestre</a:t>
            </a:r>
          </a:p>
        </p:txBody>
      </p:sp>
      <p:sp>
        <p:nvSpPr>
          <p:cNvPr id="3" name="Espaço Reservado para Imagem 2">
            <a:extLst xmlns:a="http://schemas.openxmlformats.org/drawingml/2006/main">
              <a:ext uri="{FF2B5EF4-FFF2-40B4-BE49-F238E27FC236}">
                <a16:creationId xmlns:a16="http://schemas.microsoft.com/office/drawing/2014/main" id="{D5512462-BF71-C33C-345E-29B571A93270}"/>
              </a:ext>
            </a:extLst>
          </p:cNvPr>
          <p:cNvSpPr>
            <a:spLocks xmlns:a="http://schemas.openxmlformats.org/drawingml/2006/main" noGrp="1"/>
          </p:cNvSpPr>
          <p:nvPr>
            <p:ph type="pic" idx="1"/>
          </p:nvPr>
        </p:nvSpPr>
        <p:spPr>
          <a:xfrm xmlns:a="http://schemas.openxmlformats.org/drawingml/2006/main">
            <a:off x="5183188" y="987425"/>
            <a:ext cx="6172200" cy="4873625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 xmlns:a="http://schemas.openxmlformats.org/drawingml/2006/main">
            <a:endParaRPr/>
          </a:p>
        </p:txBody>
      </p:sp>
      <p:sp>
        <p:nvSpPr>
          <p:cNvPr id="4" name="Espaço Reservado para Texto 3">
            <a:extLst xmlns:a="http://schemas.openxmlformats.org/drawingml/2006/main">
              <a:ext uri="{FF2B5EF4-FFF2-40B4-BE49-F238E27FC236}">
                <a16:creationId xmlns:a16="http://schemas.microsoft.com/office/drawing/2014/main" id="{46772863-8083-370F-F049-D3B82F619449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839788" y="2057400"/>
            <a:ext cx="3932237" cy="3811588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 xmlns:a="http://schemas.openxmlformats.org/drawingml/2006/main">
            <a:pPr lvl="0">
              <a:buNone/>
            </a:pPr>
            <a:r>
              <a:t>Clique para editar os estilos de texto Mestres</a:t>
            </a:r>
          </a:p>
        </p:txBody>
      </p:sp>
      <p:sp>
        <p:nvSpPr>
          <p:cNvPr id="5" name="Espaço Reservado para Data 4">
            <a:extLst xmlns:a="http://schemas.openxmlformats.org/drawingml/2006/main">
              <a:ext uri="{FF2B5EF4-FFF2-40B4-BE49-F238E27FC236}">
                <a16:creationId xmlns:a16="http://schemas.microsoft.com/office/drawing/2014/main" id="{2B970F8F-3477-DEA2-20B6-D57F4457CA56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EF6E0F28-42CD-4558-B4F7-BBAFD4F20C29}" type="datetimeFigureOut">
              <a:t>05/10/2026</a:t>
            </a:fld>
            <a:endParaRPr/>
          </a:p>
        </p:txBody>
      </p:sp>
      <p:sp>
        <p:nvSpPr>
          <p:cNvPr id="6" name="Espaço Reservado para Rodapé 5">
            <a:extLst xmlns:a="http://schemas.openxmlformats.org/drawingml/2006/main">
              <a:ext uri="{FF2B5EF4-FFF2-40B4-BE49-F238E27FC236}">
                <a16:creationId xmlns:a16="http://schemas.microsoft.com/office/drawing/2014/main" id="{B56FB486-FADC-A495-3C0A-57E97CAD846E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Espaço Reservado para Número de Slide 6">
            <a:extLst xmlns:a="http://schemas.openxmlformats.org/drawingml/2006/main">
              <a:ext uri="{FF2B5EF4-FFF2-40B4-BE49-F238E27FC236}">
                <a16:creationId xmlns:a16="http://schemas.microsoft.com/office/drawing/2014/main" id="{1BA8C606-D823-3878-CDA6-11C19836BC48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96EE6597-B2A9-435C-A42E-CF0C7CD60F66}" type="slidenum">
              <a:t>‹nº›</a:t>
            </a:fld>
            <a:endParaRPr/>
          </a:p>
        </p:txBody>
      </p:sp>
    </p:spTree>
  </p:cSld>
</p:sldLayout>
</file>

<file path=ppt/slideLayouts/slideLayout10.xml><?xml version="1.0" encoding="utf-8"?>
<p:sldLayout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ítulo 1">
            <a:extLst xmlns:a="http://schemas.openxmlformats.org/drawingml/2006/main">
              <a:ext uri="{FF2B5EF4-FFF2-40B4-BE49-F238E27FC236}">
                <a16:creationId xmlns:a16="http://schemas.microsoft.com/office/drawing/2014/main" id="{2A380E61-ECF4-D98E-57C8-5DCDAA9202E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Clique para editar o título Mestre</a:t>
            </a:r>
          </a:p>
        </p:txBody>
      </p:sp>
      <p:sp>
        <p:nvSpPr>
          <p:cNvPr id="3" name="Espaço Reservado para Texto Vertical 2">
            <a:extLst xmlns:a="http://schemas.openxmlformats.org/drawingml/2006/main">
              <a:ext uri="{FF2B5EF4-FFF2-40B4-BE49-F238E27FC236}">
                <a16:creationId xmlns:a16="http://schemas.microsoft.com/office/drawing/2014/main" id="{4B105D7B-DC8A-A678-1135-4DC5700F38DB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Clique para editar os estilos de texto Mestres</a:t>
            </a:r>
          </a:p>
          <a:p xmlns:a="http://schemas.openxmlformats.org/drawingml/2006/main">
            <a:pPr lvl="1">
              <a:buNone/>
            </a:pPr>
            <a:r>
              <a:t>Segundo nível</a:t>
            </a:r>
          </a:p>
          <a:p xmlns:a="http://schemas.openxmlformats.org/drawingml/2006/main">
            <a:pPr lvl="2">
              <a:buNone/>
            </a:pPr>
            <a:r>
              <a:t>Terceiro nível</a:t>
            </a:r>
          </a:p>
          <a:p xmlns:a="http://schemas.openxmlformats.org/drawingml/2006/main">
            <a:pPr lvl="3">
              <a:buNone/>
            </a:pPr>
            <a:r>
              <a:t>Quarto nível</a:t>
            </a:r>
          </a:p>
          <a:p xmlns:a="http://schemas.openxmlformats.org/drawingml/2006/main">
            <a:pPr lvl="4">
              <a:buNone/>
            </a:pPr>
            <a:r>
              <a:t>Quinto nível</a:t>
            </a:r>
          </a:p>
        </p:txBody>
      </p:sp>
      <p:sp>
        <p:nvSpPr>
          <p:cNvPr id="4" name="Espaço Reservado para Data 3">
            <a:extLst xmlns:a="http://schemas.openxmlformats.org/drawingml/2006/main">
              <a:ext uri="{FF2B5EF4-FFF2-40B4-BE49-F238E27FC236}">
                <a16:creationId xmlns:a16="http://schemas.microsoft.com/office/drawing/2014/main" id="{BC4465A6-DDCD-5FDC-4B26-5E642740DEED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EF6E0F28-42CD-4558-B4F7-BBAFD4F20C29}" type="datetimeFigureOut">
              <a:t>05/10/2026</a:t>
            </a:fld>
            <a:endParaRPr/>
          </a:p>
        </p:txBody>
      </p:sp>
      <p:sp>
        <p:nvSpPr>
          <p:cNvPr id="5" name="Espaço Reservado para Rodapé 4">
            <a:extLst xmlns:a="http://schemas.openxmlformats.org/drawingml/2006/main">
              <a:ext uri="{FF2B5EF4-FFF2-40B4-BE49-F238E27FC236}">
                <a16:creationId xmlns:a16="http://schemas.microsoft.com/office/drawing/2014/main" id="{A0888C6A-F0F1-43E2-6FC5-C903F373F785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Espaço Reservado para Número de Slide 5">
            <a:extLst xmlns:a="http://schemas.openxmlformats.org/drawingml/2006/main">
              <a:ext uri="{FF2B5EF4-FFF2-40B4-BE49-F238E27FC236}">
                <a16:creationId xmlns:a16="http://schemas.microsoft.com/office/drawing/2014/main" id="{4AA9EAAB-7FE7-54E9-9D85-CE33652DCA4D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96EE6597-B2A9-435C-A42E-CF0C7CD60F66}" type="slidenum">
              <a:t>‹nº›</a:t>
            </a:fld>
            <a:endParaRPr/>
          </a:p>
        </p:txBody>
      </p:sp>
    </p:spTree>
  </p:cSld>
</p:sldLayout>
</file>

<file path=ppt/slideLayouts/slideLayout11.xml><?xml version="1.0" encoding="utf-8"?>
<p:sldLayout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ítulo Vertical 1">
            <a:extLst xmlns:a="http://schemas.openxmlformats.org/drawingml/2006/main">
              <a:ext uri="{FF2B5EF4-FFF2-40B4-BE49-F238E27FC236}">
                <a16:creationId xmlns:a16="http://schemas.microsoft.com/office/drawing/2014/main" id="{CD502965-0B43-1E24-4100-33A3BFE2F77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724900" y="365125"/>
            <a:ext cx="2628900" cy="5811838"/>
          </a:xfr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r>
              <a:t>Clique para editar o título Mestre</a:t>
            </a:r>
          </a:p>
        </p:txBody>
      </p:sp>
      <p:sp>
        <p:nvSpPr>
          <p:cNvPr id="3" name="Espaço Reservado para Texto Vertical 2">
            <a:extLst xmlns:a="http://schemas.openxmlformats.org/drawingml/2006/main">
              <a:ext uri="{FF2B5EF4-FFF2-40B4-BE49-F238E27FC236}">
                <a16:creationId xmlns:a16="http://schemas.microsoft.com/office/drawing/2014/main" id="{8D46046A-04FC-2FB1-F8ED-8DCB63E581EC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365125"/>
            <a:ext cx="7734300" cy="5811838"/>
          </a:xfr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Clique para editar os estilos de texto Mestres</a:t>
            </a:r>
          </a:p>
          <a:p xmlns:a="http://schemas.openxmlformats.org/drawingml/2006/main">
            <a:pPr lvl="1">
              <a:buNone/>
            </a:pPr>
            <a:r>
              <a:t>Segundo nível</a:t>
            </a:r>
          </a:p>
          <a:p xmlns:a="http://schemas.openxmlformats.org/drawingml/2006/main">
            <a:pPr lvl="2">
              <a:buNone/>
            </a:pPr>
            <a:r>
              <a:t>Terceiro nível</a:t>
            </a:r>
          </a:p>
          <a:p xmlns:a="http://schemas.openxmlformats.org/drawingml/2006/main">
            <a:pPr lvl="3">
              <a:buNone/>
            </a:pPr>
            <a:r>
              <a:t>Quarto nível</a:t>
            </a:r>
          </a:p>
          <a:p xmlns:a="http://schemas.openxmlformats.org/drawingml/2006/main">
            <a:pPr lvl="4">
              <a:buNone/>
            </a:pPr>
            <a:r>
              <a:t>Quinto nível</a:t>
            </a:r>
          </a:p>
        </p:txBody>
      </p:sp>
      <p:sp>
        <p:nvSpPr>
          <p:cNvPr id="4" name="Espaço Reservado para Data 3">
            <a:extLst xmlns:a="http://schemas.openxmlformats.org/drawingml/2006/main">
              <a:ext uri="{FF2B5EF4-FFF2-40B4-BE49-F238E27FC236}">
                <a16:creationId xmlns:a16="http://schemas.microsoft.com/office/drawing/2014/main" id="{EDE20415-687D-3FCB-74C3-356F99E60CE0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EF6E0F28-42CD-4558-B4F7-BBAFD4F20C29}" type="datetimeFigureOut">
              <a:t>05/10/2026</a:t>
            </a:fld>
            <a:endParaRPr/>
          </a:p>
        </p:txBody>
      </p:sp>
      <p:sp>
        <p:nvSpPr>
          <p:cNvPr id="5" name="Espaço Reservado para Rodapé 4">
            <a:extLst xmlns:a="http://schemas.openxmlformats.org/drawingml/2006/main">
              <a:ext uri="{FF2B5EF4-FFF2-40B4-BE49-F238E27FC236}">
                <a16:creationId xmlns:a16="http://schemas.microsoft.com/office/drawing/2014/main" id="{B70284EB-B28E-ADD4-F36C-A370D418A072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Espaço Reservado para Número de Slide 5">
            <a:extLst xmlns:a="http://schemas.openxmlformats.org/drawingml/2006/main">
              <a:ext uri="{FF2B5EF4-FFF2-40B4-BE49-F238E27FC236}">
                <a16:creationId xmlns:a16="http://schemas.microsoft.com/office/drawing/2014/main" id="{64D3B4C8-48B4-26D7-1B46-3D9984396B43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96EE6597-B2A9-435C-A42E-CF0C7CD60F66}" type="slidenum">
              <a:t>‹nº›</a:t>
            </a:fld>
            <a:endParaRPr/>
          </a:p>
        </p:txBody>
      </p:sp>
    </p:spTree>
  </p:cSld>
</p:sldLayout>
</file>

<file path=ppt/slideLayouts/slideLayout12.xml><?xml version="1.0" encoding="utf-8"?>
<p:sldLayout xmlns:p="http://schemas.openxmlformats.org/presentationml/2006/main" userDrawn="1">
  <p:cSld name="1_Capa 3_Mar_EXT">
    <p:bg>
      <p:bgPr>
        <a:solidFill xmlns:a="http://schemas.openxmlformats.org/drawingml/2006/main">
          <a:schemeClr val="tx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DCBE7553-85C5-564E-079A-9FF921F5C8F4}"/>
              </a:ext>
            </a:extLst>
          </p:cNvPr>
          <p:cNvSpPr>
            <a:spLocks xmlns:a="http://schemas.openxmlformats.org/drawingml/2006/main" noGrp="1"/>
          </p:cNvSpPr>
          <p:nvPr>
            <p:ph type="body" idx="16"/>
          </p:nvPr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blipFill xmlns:a="http://schemas.openxmlformats.org/drawingml/2006/main">
            <a:blip xmlns:r="http://schemas.openxmlformats.org/officeDocument/2006/relationships" r:embed="R176ace73159b4b05"/>
            <a:srcRect l="0" t="0" r="0" b="0"/>
            <a:stretch>
              <a:fillRect l="0" t="0" r="0" b="0"/>
            </a:stretch>
          </a:blipFill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>
                <a:noFill/>
              </a:defRPr>
            </a:lvl1pPr>
          </a:lstStyle>
          <a:p xmlns:a="http://schemas.openxmlformats.org/drawingml/2006/main">
            <a:pPr lvl="0">
              <a:buNone/>
            </a:pPr>
            <a:endParaRPr/>
          </a:p>
        </p:txBody>
      </p:sp>
      <p:sp>
        <p:nvSpPr>
          <p:cNvPr id="6" name="Text Placeholder 5">
            <a:extLst xmlns:a="http://schemas.openxmlformats.org/drawingml/2006/main">
              <a:ext uri="{FF2B5EF4-FFF2-40B4-BE49-F238E27FC236}">
                <a16:creationId xmlns:a16="http://schemas.microsoft.com/office/drawing/2014/main" id="{D9976D83-3968-C2C8-9872-48B075AD23E8}"/>
              </a:ext>
            </a:extLst>
          </p:cNvPr>
          <p:cNvSpPr>
            <a:spLocks xmlns:a="http://schemas.openxmlformats.org/drawingml/2006/main" noGrp="1"/>
          </p:cNvSpPr>
          <p:nvPr>
            <p:ph type="body" idx="17"/>
          </p:nvPr>
        </p:nvSpPr>
        <p:spPr>
          <a:xfrm xmlns:a="http://schemas.openxmlformats.org/drawingml/2006/main">
            <a:off x="1236513" y="0"/>
            <a:ext cx="10608072" cy="6858000"/>
          </a:xfrm>
          <a:custGeom xmlns:a="http://schemas.openxmlformats.org/drawingml/2006/main">
            <a:gdLst>
              <a:gd name="connsiteX0" fmla="*/ 5739766 w 10608072"/>
              <a:gd name="connsiteY0" fmla="*/ 0 h 6858000"/>
              <a:gd name="connsiteX1" fmla="*/ 10291481 w 10608072"/>
              <a:gd name="connsiteY1" fmla="*/ 0 h 6858000"/>
              <a:gd name="connsiteX2" fmla="*/ 10346533 w 10608072"/>
              <a:gd name="connsiteY2" fmla="*/ 104423 h 6858000"/>
              <a:gd name="connsiteX3" fmla="*/ 10555818 w 10608072"/>
              <a:gd name="connsiteY3" fmla="*/ 1768015 h 6858000"/>
              <a:gd name="connsiteX4" fmla="*/ 10009503 w 10608072"/>
              <a:gd name="connsiteY4" fmla="*/ 2905761 h 6858000"/>
              <a:gd name="connsiteX5" fmla="*/ 8651513 w 10608072"/>
              <a:gd name="connsiteY5" fmla="*/ 3758348 h 6858000"/>
              <a:gd name="connsiteX6" fmla="*/ 7758374 w 10608072"/>
              <a:gd name="connsiteY6" fmla="*/ 4785328 h 6858000"/>
              <a:gd name="connsiteX7" fmla="*/ 6913672 w 10608072"/>
              <a:gd name="connsiteY7" fmla="*/ 6832007 h 6858000"/>
              <a:gd name="connsiteX8" fmla="*/ 6890688 w 10608072"/>
              <a:gd name="connsiteY8" fmla="*/ 6858000 h 6858000"/>
              <a:gd name="connsiteX9" fmla="*/ 887549 w 10608072"/>
              <a:gd name="connsiteY9" fmla="*/ 6858000 h 6858000"/>
              <a:gd name="connsiteX10" fmla="*/ 796109 w 10608072"/>
              <a:gd name="connsiteY10" fmla="*/ 6744435 h 6858000"/>
              <a:gd name="connsiteX11" fmla="*/ 1087666 w 10608072"/>
              <a:gd name="connsiteY11" fmla="*/ 1688094 h 6858000"/>
              <a:gd name="connsiteX12" fmla="*/ 4521545 w 10608072"/>
              <a:gd name="connsiteY12" fmla="*/ 547785 h 6858000"/>
              <a:gd name="connsiteX13" fmla="*/ 5657973 w 10608072"/>
              <a:gd name="connsiteY13" fmla="*/ 120890 h 6858000"/>
            </a:gdLst>
            <a:rect l="l" t="t" r="r" b="b"/>
            <a:pathLst>
              <a:path w="10608072" h="6858000">
                <a:moveTo>
                  <a:pt x="5739766" y="0"/>
                </a:moveTo>
                <a:lnTo>
                  <a:pt x="10291481" y="0"/>
                </a:lnTo>
                <a:lnTo>
                  <a:pt x="10346533" y="104423"/>
                </a:lnTo>
                <a:cubicBezTo>
                  <a:pt x="10596944" y="620590"/>
                  <a:pt x="10669429" y="1208413"/>
                  <a:pt x="10555818" y="1768015"/>
                </a:cubicBezTo>
                <a:cubicBezTo>
                  <a:pt x="10473192" y="2174997"/>
                  <a:pt x="10292134" y="2567054"/>
                  <a:pt x="10009503" y="2905761"/>
                </a:cubicBezTo>
                <a:cubicBezTo>
                  <a:pt x="9644829" y="3342836"/>
                  <a:pt x="9165678" y="3629687"/>
                  <a:pt x="8651513" y="3758348"/>
                </a:cubicBezTo>
                <a:cubicBezTo>
                  <a:pt x="8169146" y="3879109"/>
                  <a:pt x="7809090" y="4290613"/>
                  <a:pt x="7758374" y="4785328"/>
                </a:cubicBezTo>
                <a:cubicBezTo>
                  <a:pt x="7683564" y="5515371"/>
                  <a:pt x="7402678" y="6228921"/>
                  <a:pt x="6913672" y="6832007"/>
                </a:cubicBezTo>
                <a:lnTo>
                  <a:pt x="6890688" y="6858000"/>
                </a:lnTo>
                <a:lnTo>
                  <a:pt x="887549" y="6858000"/>
                </a:lnTo>
                <a:lnTo>
                  <a:pt x="796109" y="6744435"/>
                </a:lnTo>
                <a:cubicBezTo>
                  <a:pt x="-350856" y="5243973"/>
                  <a:pt x="-262623" y="3090330"/>
                  <a:pt x="1087666" y="1688094"/>
                </a:cubicBezTo>
                <a:cubicBezTo>
                  <a:pt x="2009234" y="731119"/>
                  <a:pt x="3302737" y="348118"/>
                  <a:pt x="4521545" y="547785"/>
                </a:cubicBezTo>
                <a:cubicBezTo>
                  <a:pt x="4955216" y="618742"/>
                  <a:pt x="5390200" y="455580"/>
                  <a:pt x="5657973" y="120890"/>
                </a:cubicBezTo>
                <a:close/>
              </a:path>
            </a:pathLst>
          </a:custGeom>
          <a:solidFill xmlns:a="http://schemas.openxmlformats.org/drawingml/2006/main">
            <a:schemeClr val="bg1"/>
          </a:solidFill>
        </p:spPr>
        <p:txBody>
          <a:bodyPr xmlns:a="http://schemas.openxmlformats.org/drawingml/2006/main" wrap="square">
            <a:noAutofit/>
          </a:bodyPr>
          <a:lstStyle xmlns:a="http://schemas.openxmlformats.org/drawingml/2006/main">
            <a:lvl1pPr>
              <a:buNone/>
              <a:defRPr>
                <a:noFill/>
              </a:defRPr>
            </a:lvl1pPr>
          </a:lstStyle>
          <a:p xmlns:a="http://schemas.openxmlformats.org/drawingml/2006/main">
            <a:pPr lvl="0">
              <a:buNone/>
            </a:pPr>
            <a:endParaRPr/>
          </a:p>
        </p:txBody>
      </p:sp>
      <p:sp>
        <p:nvSpPr>
          <p:cNvPr id="5" name="Espaço Reservado para Texto 3">
            <a:extLst xmlns:a="http://schemas.openxmlformats.org/drawingml/2006/main">
              <a:ext uri="{FF2B5EF4-FFF2-40B4-BE49-F238E27FC236}">
                <a16:creationId xmlns:a16="http://schemas.microsoft.com/office/drawing/2014/main" id="{B2CE5E8E-6302-51DE-B3BA-78AA099BE529}"/>
              </a:ext>
            </a:extLst>
          </p:cNvPr>
          <p:cNvSpPr>
            <a:spLocks xmlns:a="http://schemas.openxmlformats.org/drawingml/2006/main" noGrp="1"/>
          </p:cNvSpPr>
          <p:nvPr>
            <p:ph type="body" idx="10" hasCustomPrompt="1"/>
          </p:nvPr>
        </p:nvSpPr>
        <p:spPr>
          <a:xfrm xmlns:a="http://schemas.openxmlformats.org/drawingml/2006/main">
            <a:off x="3358244" y="2082283"/>
            <a:ext cx="5475511" cy="78483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b">
            <a:spAutoFit/>
          </a:bodyPr>
          <a:lstStyle xmlns:a="http://schemas.openxmlformats.org/drawingml/2006/main">
            <a:lvl1pPr algn="ctr">
              <a:lnSpc>
                <a:spcPct val="85000"/>
              </a:lnSpc>
              <a:buNone/>
              <a:defRPr sz="60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>
              <a:buNone/>
              <a:defRPr>
                <a:latin typeface="+mn-lt"/>
                <a:ea typeface="+mn-lt"/>
                <a:cs typeface="+mn-lt"/>
              </a:defRPr>
            </a:lvl2pPr>
            <a:lvl3pPr>
              <a:buNone/>
              <a:defRPr>
                <a:latin typeface="+mn-lt"/>
                <a:ea typeface="+mn-lt"/>
                <a:cs typeface="+mn-lt"/>
              </a:defRPr>
            </a:lvl3pPr>
            <a:lvl4pPr>
              <a:buNone/>
              <a:defRPr>
                <a:latin typeface="+mn-lt"/>
                <a:ea typeface="+mn-lt"/>
                <a:cs typeface="+mn-lt"/>
              </a:defRPr>
            </a:lvl4pPr>
            <a:lvl5pPr>
              <a:buNone/>
              <a:defRPr>
                <a:latin typeface="+mn-lt"/>
                <a:ea typeface="+mn-lt"/>
                <a:cs typeface="+mn-lt"/>
              </a:defRPr>
            </a:lvl5pPr>
          </a:lstStyle>
          <a:p xmlns:a="http://schemas.openxmlformats.org/drawingml/2006/main">
            <a:pPr lvl="0">
              <a:buNone/>
            </a:pPr>
            <a:r>
              <a:t>Título da capa</a:t>
            </a:r>
          </a:p>
        </p:txBody>
      </p:sp>
      <p:sp>
        <p:nvSpPr>
          <p:cNvPr id="7" name="Espaço Reservado para Texto 3">
            <a:extLst xmlns:a="http://schemas.openxmlformats.org/drawingml/2006/main">
              <a:ext uri="{FF2B5EF4-FFF2-40B4-BE49-F238E27FC236}">
                <a16:creationId xmlns:a16="http://schemas.microsoft.com/office/drawing/2014/main" id="{B86D28F6-0A8C-3C4F-C1FB-D33AE751F369}"/>
              </a:ext>
            </a:extLst>
          </p:cNvPr>
          <p:cNvSpPr>
            <a:spLocks xmlns:a="http://schemas.openxmlformats.org/drawingml/2006/main" noGrp="1"/>
          </p:cNvSpPr>
          <p:nvPr>
            <p:ph type="body" idx="12" hasCustomPrompt="1"/>
          </p:nvPr>
        </p:nvSpPr>
        <p:spPr>
          <a:xfrm xmlns:a="http://schemas.openxmlformats.org/drawingml/2006/main">
            <a:off x="4066736" y="3045697"/>
            <a:ext cx="4058526" cy="47089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>
            <a:lvl1pPr algn="ctr">
              <a:lnSpc>
                <a:spcPct val="85000"/>
              </a:lnSpc>
              <a:buNone/>
              <a:defRPr sz="3600" b="0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>
              <a:buNone/>
              <a:defRPr>
                <a:latin typeface="+mn-lt"/>
                <a:ea typeface="+mn-lt"/>
                <a:cs typeface="+mn-lt"/>
              </a:defRPr>
            </a:lvl2pPr>
            <a:lvl3pPr>
              <a:buNone/>
              <a:defRPr>
                <a:latin typeface="+mn-lt"/>
                <a:ea typeface="+mn-lt"/>
                <a:cs typeface="+mn-lt"/>
              </a:defRPr>
            </a:lvl3pPr>
            <a:lvl4pPr>
              <a:buNone/>
              <a:defRPr>
                <a:latin typeface="+mn-lt"/>
                <a:ea typeface="+mn-lt"/>
                <a:cs typeface="+mn-lt"/>
              </a:defRPr>
            </a:lvl4pPr>
            <a:lvl5pPr>
              <a:buNone/>
              <a:defRPr>
                <a:latin typeface="+mn-lt"/>
                <a:ea typeface="+mn-lt"/>
                <a:cs typeface="+mn-lt"/>
              </a:defRPr>
            </a:lvl5pPr>
          </a:lstStyle>
          <a:p xmlns:a="http://schemas.openxmlformats.org/drawingml/2006/main">
            <a:pPr lvl="0">
              <a:buNone/>
            </a:pPr>
            <a:r>
              <a:t>Subtítulo da capa</a:t>
            </a:r>
          </a:p>
        </p:txBody>
      </p:sp>
      <p:sp>
        <p:nvSpPr>
          <p:cNvPr id="8" name="Espaço Reservado para Texto 3">
            <a:extLst xmlns:a="http://schemas.openxmlformats.org/drawingml/2006/main">
              <a:ext uri="{FF2B5EF4-FFF2-40B4-BE49-F238E27FC236}">
                <a16:creationId xmlns:a16="http://schemas.microsoft.com/office/drawing/2014/main" id="{F6F15C86-0AF4-3E51-A768-7D740052C436}"/>
              </a:ext>
            </a:extLst>
          </p:cNvPr>
          <p:cNvSpPr>
            <a:spLocks xmlns:a="http://schemas.openxmlformats.org/drawingml/2006/main" noGrp="1"/>
          </p:cNvSpPr>
          <p:nvPr>
            <p:ph type="body" idx="13" hasCustomPrompt="1"/>
          </p:nvPr>
        </p:nvSpPr>
        <p:spPr>
          <a:xfrm xmlns:a="http://schemas.openxmlformats.org/drawingml/2006/main">
            <a:off x="4379533" y="6069860"/>
            <a:ext cx="3432932" cy="17960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spAutoFit/>
          </a:bodyPr>
          <a:lstStyle xmlns:a="http://schemas.openxmlformats.org/drawingml/2006/main">
            <a:lvl1pPr algn="ctr">
              <a:lnSpc>
                <a:spcPct val="85000"/>
              </a:lnSpc>
              <a:buNone/>
              <a:defRPr sz="133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>
              <a:buNone/>
              <a:defRPr>
                <a:latin typeface="+mn-lt"/>
                <a:ea typeface="+mn-lt"/>
                <a:cs typeface="+mn-lt"/>
              </a:defRPr>
            </a:lvl2pPr>
            <a:lvl3pPr>
              <a:buNone/>
              <a:defRPr>
                <a:latin typeface="+mn-lt"/>
                <a:ea typeface="+mn-lt"/>
                <a:cs typeface="+mn-lt"/>
              </a:defRPr>
            </a:lvl3pPr>
            <a:lvl4pPr>
              <a:buNone/>
              <a:defRPr>
                <a:latin typeface="+mn-lt"/>
                <a:ea typeface="+mn-lt"/>
                <a:cs typeface="+mn-lt"/>
              </a:defRPr>
            </a:lvl4pPr>
            <a:lvl5pPr>
              <a:buNone/>
              <a:defRPr>
                <a:latin typeface="+mn-lt"/>
                <a:ea typeface="+mn-lt"/>
                <a:cs typeface="+mn-lt"/>
              </a:defRPr>
            </a:lvl5pPr>
          </a:lstStyle>
          <a:p xmlns:a="http://schemas.openxmlformats.org/drawingml/2006/main">
            <a:pPr lvl="0">
              <a:buNone/>
            </a:pPr>
            <a:r>
              <a:t>Data</a:t>
            </a:r>
          </a:p>
        </p:txBody>
      </p:sp>
      <p:sp>
        <p:nvSpPr>
          <p:cNvPr id="49" name="Text Placeholder 48">
            <a:extLst xmlns:a="http://schemas.openxmlformats.org/drawingml/2006/main">
              <a:ext uri="{FF2B5EF4-FFF2-40B4-BE49-F238E27FC236}">
                <a16:creationId xmlns:a16="http://schemas.microsoft.com/office/drawing/2014/main" id="{BBCA894D-00E9-F367-DC73-57E32FDBD75C}"/>
              </a:ext>
            </a:extLst>
          </p:cNvPr>
          <p:cNvSpPr>
            <a:spLocks xmlns:a="http://schemas.openxmlformats.org/drawingml/2006/main" noGrp="1"/>
          </p:cNvSpPr>
          <p:nvPr>
            <p:ph type="body" idx="15"/>
          </p:nvPr>
        </p:nvSpPr>
        <p:spPr>
          <a:xfrm xmlns:a="http://schemas.openxmlformats.org/drawingml/2006/main">
            <a:off x="5244913" y="5221365"/>
            <a:ext cx="1689556" cy="461724"/>
          </a:xfrm>
          <a:custGeom xmlns:a="http://schemas.openxmlformats.org/drawingml/2006/main">
            <a:gdLst>
              <a:gd name="connsiteX0" fmla="*/ 1528982 w 1689556"/>
              <a:gd name="connsiteY0" fmla="*/ 53725 h 461724"/>
              <a:gd name="connsiteX1" fmla="*/ 1424014 w 1689556"/>
              <a:gd name="connsiteY1" fmla="*/ 160574 h 461724"/>
              <a:gd name="connsiteX2" fmla="*/ 1528982 w 1689556"/>
              <a:gd name="connsiteY2" fmla="*/ 266803 h 461724"/>
              <a:gd name="connsiteX3" fmla="*/ 1634568 w 1689556"/>
              <a:gd name="connsiteY3" fmla="*/ 160574 h 461724"/>
              <a:gd name="connsiteX4" fmla="*/ 1528982 w 1689556"/>
              <a:gd name="connsiteY4" fmla="*/ 53725 h 461724"/>
              <a:gd name="connsiteX5" fmla="*/ 838545 w 1689556"/>
              <a:gd name="connsiteY5" fmla="*/ 53725 h 461724"/>
              <a:gd name="connsiteX6" fmla="*/ 733577 w 1689556"/>
              <a:gd name="connsiteY6" fmla="*/ 160574 h 461724"/>
              <a:gd name="connsiteX7" fmla="*/ 838545 w 1689556"/>
              <a:gd name="connsiteY7" fmla="*/ 266803 h 461724"/>
              <a:gd name="connsiteX8" fmla="*/ 944132 w 1689556"/>
              <a:gd name="connsiteY8" fmla="*/ 160574 h 461724"/>
              <a:gd name="connsiteX9" fmla="*/ 838545 w 1689556"/>
              <a:gd name="connsiteY9" fmla="*/ 53725 h 461724"/>
              <a:gd name="connsiteX10" fmla="*/ 1524593 w 1689556"/>
              <a:gd name="connsiteY10" fmla="*/ 0 h 461724"/>
              <a:gd name="connsiteX11" fmla="*/ 1634568 w 1689556"/>
              <a:gd name="connsiteY11" fmla="*/ 48135 h 461724"/>
              <a:gd name="connsiteX12" fmla="*/ 1634568 w 1689556"/>
              <a:gd name="connsiteY12" fmla="*/ 6252 h 461724"/>
              <a:gd name="connsiteX13" fmla="*/ 1689556 w 1689556"/>
              <a:gd name="connsiteY13" fmla="*/ 6252 h 461724"/>
              <a:gd name="connsiteX14" fmla="*/ 1689556 w 1689556"/>
              <a:gd name="connsiteY14" fmla="*/ 313655 h 461724"/>
              <a:gd name="connsiteX15" fmla="*/ 1634568 w 1689556"/>
              <a:gd name="connsiteY15" fmla="*/ 313655 h 461724"/>
              <a:gd name="connsiteX16" fmla="*/ 1634568 w 1689556"/>
              <a:gd name="connsiteY16" fmla="*/ 272394 h 461724"/>
              <a:gd name="connsiteX17" fmla="*/ 1524593 w 1689556"/>
              <a:gd name="connsiteY17" fmla="*/ 320527 h 461724"/>
              <a:gd name="connsiteX18" fmla="*/ 1369007 w 1689556"/>
              <a:gd name="connsiteY18" fmla="*/ 160574 h 461724"/>
              <a:gd name="connsiteX19" fmla="*/ 1524593 w 1689556"/>
              <a:gd name="connsiteY19" fmla="*/ 0 h 461724"/>
              <a:gd name="connsiteX20" fmla="*/ 1184683 w 1689556"/>
              <a:gd name="connsiteY20" fmla="*/ 0 h 461724"/>
              <a:gd name="connsiteX21" fmla="*/ 1184704 w 1689556"/>
              <a:gd name="connsiteY21" fmla="*/ 41 h 461724"/>
              <a:gd name="connsiteX22" fmla="*/ 1342153 w 1689556"/>
              <a:gd name="connsiteY22" fmla="*/ 160615 h 461724"/>
              <a:gd name="connsiteX23" fmla="*/ 1340269 w 1689556"/>
              <a:gd name="connsiteY23" fmla="*/ 188109 h 461724"/>
              <a:gd name="connsiteX24" fmla="*/ 1126569 w 1689556"/>
              <a:gd name="connsiteY24" fmla="*/ 188109 h 461724"/>
              <a:gd name="connsiteX25" fmla="*/ 1126569 w 1689556"/>
              <a:gd name="connsiteY25" fmla="*/ 132500 h 461724"/>
              <a:gd name="connsiteX26" fmla="*/ 1285642 w 1689556"/>
              <a:gd name="connsiteY26" fmla="*/ 132500 h 461724"/>
              <a:gd name="connsiteX27" fmla="*/ 1184683 w 1689556"/>
              <a:gd name="connsiteY27" fmla="*/ 53766 h 461724"/>
              <a:gd name="connsiteX28" fmla="*/ 1079096 w 1689556"/>
              <a:gd name="connsiteY28" fmla="*/ 161236 h 461724"/>
              <a:gd name="connsiteX29" fmla="*/ 1184683 w 1689556"/>
              <a:gd name="connsiteY29" fmla="*/ 266823 h 461724"/>
              <a:gd name="connsiteX30" fmla="*/ 1265904 w 1689556"/>
              <a:gd name="connsiteY30" fmla="*/ 226203 h 461724"/>
              <a:gd name="connsiteX31" fmla="*/ 1330890 w 1689556"/>
              <a:gd name="connsiteY31" fmla="*/ 226203 h 461724"/>
              <a:gd name="connsiteX32" fmla="*/ 1184062 w 1689556"/>
              <a:gd name="connsiteY32" fmla="*/ 320549 h 461724"/>
              <a:gd name="connsiteX33" fmla="*/ 1024108 w 1689556"/>
              <a:gd name="connsiteY33" fmla="*/ 161217 h 461724"/>
              <a:gd name="connsiteX34" fmla="*/ 1184683 w 1689556"/>
              <a:gd name="connsiteY34" fmla="*/ 0 h 461724"/>
              <a:gd name="connsiteX35" fmla="*/ 840408 w 1689556"/>
              <a:gd name="connsiteY35" fmla="*/ 0 h 461724"/>
              <a:gd name="connsiteX36" fmla="*/ 898514 w 1689556"/>
              <a:gd name="connsiteY36" fmla="*/ 11688 h 461724"/>
              <a:gd name="connsiteX37" fmla="*/ 944110 w 1689556"/>
              <a:gd name="connsiteY37" fmla="*/ 46355 h 461724"/>
              <a:gd name="connsiteX38" fmla="*/ 944110 w 1689556"/>
              <a:gd name="connsiteY38" fmla="*/ 46371 h 461724"/>
              <a:gd name="connsiteX39" fmla="*/ 944132 w 1689556"/>
              <a:gd name="connsiteY39" fmla="*/ 46371 h 461724"/>
              <a:gd name="connsiteX40" fmla="*/ 944110 w 1689556"/>
              <a:gd name="connsiteY40" fmla="*/ 46355 h 461724"/>
              <a:gd name="connsiteX41" fmla="*/ 944110 w 1689556"/>
              <a:gd name="connsiteY41" fmla="*/ 6252 h 461724"/>
              <a:gd name="connsiteX42" fmla="*/ 999098 w 1689556"/>
              <a:gd name="connsiteY42" fmla="*/ 6252 h 461724"/>
              <a:gd name="connsiteX43" fmla="*/ 999098 w 1689556"/>
              <a:gd name="connsiteY43" fmla="*/ 293014 h 461724"/>
              <a:gd name="connsiteX44" fmla="*/ 844756 w 1689556"/>
              <a:gd name="connsiteY44" fmla="*/ 461724 h 461724"/>
              <a:gd name="connsiteX45" fmla="*/ 700414 w 1689556"/>
              <a:gd name="connsiteY45" fmla="*/ 363633 h 461724"/>
              <a:gd name="connsiteX46" fmla="*/ 766644 w 1689556"/>
              <a:gd name="connsiteY46" fmla="*/ 363633 h 461724"/>
              <a:gd name="connsiteX47" fmla="*/ 844756 w 1689556"/>
              <a:gd name="connsiteY47" fmla="*/ 408000 h 461724"/>
              <a:gd name="connsiteX48" fmla="*/ 944110 w 1689556"/>
              <a:gd name="connsiteY48" fmla="*/ 293034 h 461724"/>
              <a:gd name="connsiteX49" fmla="*/ 944110 w 1689556"/>
              <a:gd name="connsiteY49" fmla="*/ 274217 h 461724"/>
              <a:gd name="connsiteX50" fmla="*/ 838524 w 1689556"/>
              <a:gd name="connsiteY50" fmla="*/ 320528 h 461724"/>
              <a:gd name="connsiteX51" fmla="*/ 678570 w 1689556"/>
              <a:gd name="connsiteY51" fmla="*/ 160574 h 461724"/>
              <a:gd name="connsiteX52" fmla="*/ 840408 w 1689556"/>
              <a:gd name="connsiteY52" fmla="*/ 0 h 461724"/>
              <a:gd name="connsiteX53" fmla="*/ 158091 w 1689556"/>
              <a:gd name="connsiteY53" fmla="*/ 0 h 461724"/>
              <a:gd name="connsiteX54" fmla="*/ 259309 w 1689556"/>
              <a:gd name="connsiteY54" fmla="*/ 39819 h 461724"/>
              <a:gd name="connsiteX55" fmla="*/ 259309 w 1689556"/>
              <a:gd name="connsiteY55" fmla="*/ 6252 h 461724"/>
              <a:gd name="connsiteX56" fmla="*/ 314296 w 1689556"/>
              <a:gd name="connsiteY56" fmla="*/ 6252 h 461724"/>
              <a:gd name="connsiteX57" fmla="*/ 314296 w 1689556"/>
              <a:gd name="connsiteY57" fmla="*/ 114966 h 461724"/>
              <a:gd name="connsiteX58" fmla="*/ 497997 w 1689556"/>
              <a:gd name="connsiteY58" fmla="*/ 0 h 461724"/>
              <a:gd name="connsiteX59" fmla="*/ 497978 w 1689556"/>
              <a:gd name="connsiteY59" fmla="*/ 20 h 461724"/>
              <a:gd name="connsiteX60" fmla="*/ 652320 w 1689556"/>
              <a:gd name="connsiteY60" fmla="*/ 160595 h 461724"/>
              <a:gd name="connsiteX61" fmla="*/ 650436 w 1689556"/>
              <a:gd name="connsiteY61" fmla="*/ 188089 h 461724"/>
              <a:gd name="connsiteX62" fmla="*/ 412991 w 1689556"/>
              <a:gd name="connsiteY62" fmla="*/ 188089 h 461724"/>
              <a:gd name="connsiteX63" fmla="*/ 412991 w 1689556"/>
              <a:gd name="connsiteY63" fmla="*/ 132479 h 461724"/>
              <a:gd name="connsiteX64" fmla="*/ 596071 w 1689556"/>
              <a:gd name="connsiteY64" fmla="*/ 132479 h 461724"/>
              <a:gd name="connsiteX65" fmla="*/ 497978 w 1689556"/>
              <a:gd name="connsiteY65" fmla="*/ 53746 h 461724"/>
              <a:gd name="connsiteX66" fmla="*/ 357522 w 1689556"/>
              <a:gd name="connsiteY66" fmla="*/ 151758 h 461724"/>
              <a:gd name="connsiteX67" fmla="*/ 501104 w 1689556"/>
              <a:gd name="connsiteY67" fmla="*/ 266803 h 461724"/>
              <a:gd name="connsiteX68" fmla="*/ 576092 w 1689556"/>
              <a:gd name="connsiteY68" fmla="*/ 226183 h 461724"/>
              <a:gd name="connsiteX69" fmla="*/ 641078 w 1689556"/>
              <a:gd name="connsiteY69" fmla="*/ 226183 h 461724"/>
              <a:gd name="connsiteX70" fmla="*/ 499862 w 1689556"/>
              <a:gd name="connsiteY70" fmla="*/ 320527 h 461724"/>
              <a:gd name="connsiteX71" fmla="*/ 311791 w 1689556"/>
              <a:gd name="connsiteY71" fmla="*/ 183058 h 461724"/>
              <a:gd name="connsiteX72" fmla="*/ 158091 w 1689556"/>
              <a:gd name="connsiteY72" fmla="*/ 53725 h 461724"/>
              <a:gd name="connsiteX73" fmla="*/ 54988 w 1689556"/>
              <a:gd name="connsiteY73" fmla="*/ 160574 h 461724"/>
              <a:gd name="connsiteX74" fmla="*/ 154964 w 1689556"/>
              <a:gd name="connsiteY74" fmla="*/ 266803 h 461724"/>
              <a:gd name="connsiteX75" fmla="*/ 266804 w 1689556"/>
              <a:gd name="connsiteY75" fmla="*/ 187447 h 461724"/>
              <a:gd name="connsiteX76" fmla="*/ 314296 w 1689556"/>
              <a:gd name="connsiteY76" fmla="*/ 248046 h 461724"/>
              <a:gd name="connsiteX77" fmla="*/ 314296 w 1689556"/>
              <a:gd name="connsiteY77" fmla="*/ 313655 h 461724"/>
              <a:gd name="connsiteX78" fmla="*/ 259309 w 1689556"/>
              <a:gd name="connsiteY78" fmla="*/ 313655 h 461724"/>
              <a:gd name="connsiteX79" fmla="*/ 259309 w 1689556"/>
              <a:gd name="connsiteY79" fmla="*/ 271812 h 461724"/>
              <a:gd name="connsiteX80" fmla="*/ 151838 w 1689556"/>
              <a:gd name="connsiteY80" fmla="*/ 320527 h 461724"/>
              <a:gd name="connsiteX81" fmla="*/ 0 w 1689556"/>
              <a:gd name="connsiteY81" fmla="*/ 160574 h 461724"/>
              <a:gd name="connsiteX82" fmla="*/ 158091 w 1689556"/>
              <a:gd name="connsiteY82" fmla="*/ 0 h 461724"/>
            </a:gdLst>
            <a:rect l="l" t="t" r="r" b="b"/>
            <a:pathLst>
              <a:path w="1689556" h="461724">
                <a:moveTo>
                  <a:pt x="1528982" y="53725"/>
                </a:moveTo>
                <a:cubicBezTo>
                  <a:pt x="1469004" y="53725"/>
                  <a:pt x="1424014" y="100577"/>
                  <a:pt x="1424014" y="160574"/>
                </a:cubicBezTo>
                <a:cubicBezTo>
                  <a:pt x="1424014" y="220572"/>
                  <a:pt x="1469004" y="266803"/>
                  <a:pt x="1528982" y="266803"/>
                </a:cubicBezTo>
                <a:cubicBezTo>
                  <a:pt x="1588958" y="266803"/>
                  <a:pt x="1634568" y="220552"/>
                  <a:pt x="1634568" y="160574"/>
                </a:cubicBezTo>
                <a:cubicBezTo>
                  <a:pt x="1634568" y="100598"/>
                  <a:pt x="1588958" y="53725"/>
                  <a:pt x="1528982" y="53725"/>
                </a:cubicBezTo>
                <a:close/>
                <a:moveTo>
                  <a:pt x="838545" y="53725"/>
                </a:moveTo>
                <a:cubicBezTo>
                  <a:pt x="778567" y="53725"/>
                  <a:pt x="733577" y="100577"/>
                  <a:pt x="733577" y="160574"/>
                </a:cubicBezTo>
                <a:cubicBezTo>
                  <a:pt x="733577" y="220572"/>
                  <a:pt x="778567" y="266803"/>
                  <a:pt x="838545" y="266803"/>
                </a:cubicBezTo>
                <a:cubicBezTo>
                  <a:pt x="898521" y="266803"/>
                  <a:pt x="944132" y="220552"/>
                  <a:pt x="944132" y="160574"/>
                </a:cubicBezTo>
                <a:cubicBezTo>
                  <a:pt x="944132" y="100598"/>
                  <a:pt x="898521" y="53725"/>
                  <a:pt x="838545" y="53725"/>
                </a:cubicBezTo>
                <a:close/>
                <a:moveTo>
                  <a:pt x="1524593" y="0"/>
                </a:moveTo>
                <a:cubicBezTo>
                  <a:pt x="1567978" y="0"/>
                  <a:pt x="1609940" y="18377"/>
                  <a:pt x="1634568" y="48135"/>
                </a:cubicBezTo>
                <a:lnTo>
                  <a:pt x="1634568" y="6252"/>
                </a:lnTo>
                <a:lnTo>
                  <a:pt x="1689556" y="6252"/>
                </a:lnTo>
                <a:lnTo>
                  <a:pt x="1689556" y="313655"/>
                </a:lnTo>
                <a:lnTo>
                  <a:pt x="1634568" y="313655"/>
                </a:lnTo>
                <a:lnTo>
                  <a:pt x="1634568" y="272394"/>
                </a:lnTo>
                <a:cubicBezTo>
                  <a:pt x="1609940" y="302172"/>
                  <a:pt x="1567978" y="320527"/>
                  <a:pt x="1524593" y="320527"/>
                </a:cubicBezTo>
                <a:cubicBezTo>
                  <a:pt x="1440247" y="320527"/>
                  <a:pt x="1369007" y="251793"/>
                  <a:pt x="1369007" y="160574"/>
                </a:cubicBezTo>
                <a:cubicBezTo>
                  <a:pt x="1369007" y="69356"/>
                  <a:pt x="1439606" y="0"/>
                  <a:pt x="1524593" y="0"/>
                </a:cubicBezTo>
                <a:close/>
                <a:moveTo>
                  <a:pt x="1184683" y="0"/>
                </a:moveTo>
                <a:lnTo>
                  <a:pt x="1184704" y="41"/>
                </a:lnTo>
                <a:cubicBezTo>
                  <a:pt x="1274039" y="41"/>
                  <a:pt x="1342153" y="69397"/>
                  <a:pt x="1342153" y="160615"/>
                </a:cubicBezTo>
                <a:cubicBezTo>
                  <a:pt x="1342153" y="171236"/>
                  <a:pt x="1341511" y="179993"/>
                  <a:pt x="1340269" y="188109"/>
                </a:cubicBezTo>
                <a:lnTo>
                  <a:pt x="1126569" y="188109"/>
                </a:lnTo>
                <a:lnTo>
                  <a:pt x="1126569" y="132500"/>
                </a:lnTo>
                <a:lnTo>
                  <a:pt x="1285642" y="132500"/>
                </a:lnTo>
                <a:cubicBezTo>
                  <a:pt x="1276082" y="87071"/>
                  <a:pt x="1235383" y="53766"/>
                  <a:pt x="1184683" y="53766"/>
                </a:cubicBezTo>
                <a:cubicBezTo>
                  <a:pt x="1124084" y="53766"/>
                  <a:pt x="1079096" y="100016"/>
                  <a:pt x="1079096" y="161236"/>
                </a:cubicBezTo>
                <a:cubicBezTo>
                  <a:pt x="1079096" y="222456"/>
                  <a:pt x="1122202" y="266823"/>
                  <a:pt x="1184683" y="266823"/>
                </a:cubicBezTo>
                <a:cubicBezTo>
                  <a:pt x="1223419" y="266823"/>
                  <a:pt x="1254662" y="249950"/>
                  <a:pt x="1265904" y="226203"/>
                </a:cubicBezTo>
                <a:lnTo>
                  <a:pt x="1330890" y="226203"/>
                </a:lnTo>
                <a:cubicBezTo>
                  <a:pt x="1309649" y="284318"/>
                  <a:pt x="1252176" y="320549"/>
                  <a:pt x="1184062" y="320549"/>
                </a:cubicBezTo>
                <a:cubicBezTo>
                  <a:pt x="1090338" y="320549"/>
                  <a:pt x="1024108" y="252455"/>
                  <a:pt x="1024108" y="161217"/>
                </a:cubicBezTo>
                <a:cubicBezTo>
                  <a:pt x="1024108" y="69977"/>
                  <a:pt x="1095329" y="0"/>
                  <a:pt x="1184683" y="0"/>
                </a:cubicBezTo>
                <a:close/>
                <a:moveTo>
                  <a:pt x="840408" y="0"/>
                </a:moveTo>
                <a:cubicBezTo>
                  <a:pt x="861248" y="0"/>
                  <a:pt x="880922" y="3927"/>
                  <a:pt x="898514" y="11688"/>
                </a:cubicBezTo>
                <a:lnTo>
                  <a:pt x="944110" y="46355"/>
                </a:lnTo>
                <a:lnTo>
                  <a:pt x="944110" y="46371"/>
                </a:lnTo>
                <a:lnTo>
                  <a:pt x="944132" y="46371"/>
                </a:lnTo>
                <a:lnTo>
                  <a:pt x="944110" y="46355"/>
                </a:lnTo>
                <a:lnTo>
                  <a:pt x="944110" y="6252"/>
                </a:lnTo>
                <a:lnTo>
                  <a:pt x="999098" y="6252"/>
                </a:lnTo>
                <a:lnTo>
                  <a:pt x="999098" y="293014"/>
                </a:lnTo>
                <a:cubicBezTo>
                  <a:pt x="999098" y="397359"/>
                  <a:pt x="937859" y="461724"/>
                  <a:pt x="844756" y="461724"/>
                </a:cubicBezTo>
                <a:cubicBezTo>
                  <a:pt x="774137" y="461724"/>
                  <a:pt x="721654" y="424872"/>
                  <a:pt x="700414" y="363633"/>
                </a:cubicBezTo>
                <a:lnTo>
                  <a:pt x="766644" y="363633"/>
                </a:lnTo>
                <a:cubicBezTo>
                  <a:pt x="780391" y="390506"/>
                  <a:pt x="807262" y="408000"/>
                  <a:pt x="844756" y="408000"/>
                </a:cubicBezTo>
                <a:cubicBezTo>
                  <a:pt x="904113" y="408000"/>
                  <a:pt x="944110" y="364273"/>
                  <a:pt x="944110" y="293034"/>
                </a:cubicBezTo>
                <a:lnTo>
                  <a:pt x="944110" y="274217"/>
                </a:lnTo>
                <a:cubicBezTo>
                  <a:pt x="919182" y="304838"/>
                  <a:pt x="882250" y="320528"/>
                  <a:pt x="838524" y="320528"/>
                </a:cubicBezTo>
                <a:cubicBezTo>
                  <a:pt x="750431" y="320528"/>
                  <a:pt x="678570" y="249288"/>
                  <a:pt x="678570" y="160574"/>
                </a:cubicBezTo>
                <a:cubicBezTo>
                  <a:pt x="678570" y="71861"/>
                  <a:pt x="750431" y="0"/>
                  <a:pt x="840408" y="0"/>
                </a:cubicBezTo>
                <a:close/>
                <a:moveTo>
                  <a:pt x="158091" y="0"/>
                </a:moveTo>
                <a:cubicBezTo>
                  <a:pt x="194402" y="0"/>
                  <a:pt x="229391" y="11524"/>
                  <a:pt x="259309" y="39819"/>
                </a:cubicBezTo>
                <a:lnTo>
                  <a:pt x="259309" y="6252"/>
                </a:lnTo>
                <a:lnTo>
                  <a:pt x="314296" y="6252"/>
                </a:lnTo>
                <a:lnTo>
                  <a:pt x="314296" y="114966"/>
                </a:lnTo>
                <a:cubicBezTo>
                  <a:pt x="368023" y="38736"/>
                  <a:pt x="429883" y="0"/>
                  <a:pt x="497997" y="0"/>
                </a:cubicBezTo>
                <a:lnTo>
                  <a:pt x="497978" y="20"/>
                </a:lnTo>
                <a:cubicBezTo>
                  <a:pt x="588595" y="20"/>
                  <a:pt x="652320" y="69377"/>
                  <a:pt x="652320" y="160595"/>
                </a:cubicBezTo>
                <a:cubicBezTo>
                  <a:pt x="652320" y="171215"/>
                  <a:pt x="651680" y="179973"/>
                  <a:pt x="650436" y="188089"/>
                </a:cubicBezTo>
                <a:lnTo>
                  <a:pt x="412991" y="188089"/>
                </a:lnTo>
                <a:lnTo>
                  <a:pt x="412991" y="132479"/>
                </a:lnTo>
                <a:lnTo>
                  <a:pt x="596071" y="132479"/>
                </a:lnTo>
                <a:cubicBezTo>
                  <a:pt x="587334" y="87491"/>
                  <a:pt x="549459" y="53746"/>
                  <a:pt x="497978" y="53746"/>
                </a:cubicBezTo>
                <a:cubicBezTo>
                  <a:pt x="446496" y="53746"/>
                  <a:pt x="400146" y="87032"/>
                  <a:pt x="357522" y="151758"/>
                </a:cubicBezTo>
                <a:cubicBezTo>
                  <a:pt x="411548" y="235201"/>
                  <a:pt x="452187" y="266803"/>
                  <a:pt x="501104" y="266803"/>
                </a:cubicBezTo>
                <a:cubicBezTo>
                  <a:pt x="535472" y="266803"/>
                  <a:pt x="564850" y="249930"/>
                  <a:pt x="576092" y="226183"/>
                </a:cubicBezTo>
                <a:lnTo>
                  <a:pt x="641078" y="226183"/>
                </a:lnTo>
                <a:cubicBezTo>
                  <a:pt x="619838" y="284296"/>
                  <a:pt x="562345" y="320527"/>
                  <a:pt x="499862" y="320527"/>
                </a:cubicBezTo>
                <a:cubicBezTo>
                  <a:pt x="428021" y="320527"/>
                  <a:pt x="376780" y="272414"/>
                  <a:pt x="311791" y="183058"/>
                </a:cubicBezTo>
                <a:cubicBezTo>
                  <a:pt x="262436" y="114966"/>
                  <a:pt x="224321" y="53725"/>
                  <a:pt x="158091" y="53725"/>
                </a:cubicBezTo>
                <a:cubicBezTo>
                  <a:pt x="99976" y="53725"/>
                  <a:pt x="54988" y="100577"/>
                  <a:pt x="54988" y="160574"/>
                </a:cubicBezTo>
                <a:cubicBezTo>
                  <a:pt x="54988" y="220572"/>
                  <a:pt x="99976" y="266803"/>
                  <a:pt x="154964" y="266803"/>
                </a:cubicBezTo>
                <a:cubicBezTo>
                  <a:pt x="196827" y="266803"/>
                  <a:pt x="233679" y="239309"/>
                  <a:pt x="266804" y="187447"/>
                </a:cubicBezTo>
                <a:lnTo>
                  <a:pt x="314296" y="248046"/>
                </a:lnTo>
                <a:lnTo>
                  <a:pt x="314296" y="313655"/>
                </a:lnTo>
                <a:lnTo>
                  <a:pt x="259309" y="313655"/>
                </a:lnTo>
                <a:lnTo>
                  <a:pt x="259309" y="271812"/>
                </a:lnTo>
                <a:cubicBezTo>
                  <a:pt x="228970" y="304035"/>
                  <a:pt x="193521" y="320527"/>
                  <a:pt x="151838" y="320527"/>
                </a:cubicBezTo>
                <a:cubicBezTo>
                  <a:pt x="66230" y="320527"/>
                  <a:pt x="0" y="251793"/>
                  <a:pt x="0" y="160574"/>
                </a:cubicBezTo>
                <a:cubicBezTo>
                  <a:pt x="0" y="69356"/>
                  <a:pt x="68735" y="0"/>
                  <a:pt x="158091" y="0"/>
                </a:cubicBezTo>
                <a:close/>
              </a:path>
            </a:pathLst>
          </a:custGeom>
          <a:solidFill xmlns:a="http://schemas.openxmlformats.org/drawingml/2006/main">
            <a:srgbClr val="0027BD"/>
          </a:solidFill>
        </p:spPr>
        <p:txBody>
          <a:bodyPr xmlns:a="http://schemas.openxmlformats.org/drawingml/2006/main" wrap="square">
            <a:noAutofit/>
          </a:bodyPr>
          <a:lstStyle xmlns:a="http://schemas.openxmlformats.org/drawingml/2006/main">
            <a:lvl1pPr>
              <a:buNone/>
              <a:defRPr>
                <a:solidFill>
                  <a:srgbClr val="000000">
                    <a:alpha val="0"/>
                  </a:srgbClr>
                </a:solidFill>
              </a:defRPr>
            </a:lvl1pPr>
            <a:lvl2pPr>
              <a:buNone/>
              <a:defRPr>
                <a:solidFill>
                  <a:srgbClr val="000000">
                    <a:alpha val="0"/>
                  </a:srgbClr>
                </a:solidFill>
              </a:defRPr>
            </a:lvl2pPr>
            <a:lvl3pPr>
              <a:buNone/>
              <a:defRPr>
                <a:solidFill>
                  <a:srgbClr val="000000">
                    <a:alpha val="0"/>
                  </a:srgbClr>
                </a:solidFill>
              </a:defRPr>
            </a:lvl3pPr>
            <a:lvl4pPr>
              <a:buNone/>
              <a:defRPr>
                <a:solidFill>
                  <a:srgbClr val="000000">
                    <a:alpha val="0"/>
                  </a:srgbClr>
                </a:solidFill>
              </a:defRPr>
            </a:lvl4pPr>
            <a:lvl5pPr>
              <a:buNone/>
              <a:defRPr>
                <a:solidFill>
                  <a:srgbClr val="000000">
                    <a:alpha val="0"/>
                  </a:srgbClr>
                </a:solidFill>
              </a:defRPr>
            </a:lvl5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</p:spTree>
  </p:cSld>
</p:sldLayout>
</file>

<file path=ppt/slideLayouts/slideLayout13.xml><?xml version="1.0" encoding="utf-8"?>
<p:sldLayout xmlns:p="http://schemas.openxmlformats.org/presentationml/2006/main" matchingName="Título e conteúdo">
  <p:cSld name="1_Título e conteúdo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7e565023fd9b4e5e" /><Relationship Type="http://schemas.openxmlformats.org/officeDocument/2006/relationships/slideLayout" Target="/ppt/slideLayouts/slideLayout1.xml" Id="R5af1ceaf5cac4c5b" /><Relationship Type="http://schemas.openxmlformats.org/officeDocument/2006/relationships/slideLayout" Target="/ppt/slideLayouts/slideLayout2.xml" Id="Rac27c830c61148d5" /><Relationship Type="http://schemas.openxmlformats.org/officeDocument/2006/relationships/slideLayout" Target="/ppt/slideLayouts/slideLayout3.xml" Id="R68592de9fb60438d" /><Relationship Type="http://schemas.openxmlformats.org/officeDocument/2006/relationships/slideLayout" Target="/ppt/slideLayouts/slideLayout4.xml" Id="R6ebcaedd5051470c" /><Relationship Type="http://schemas.openxmlformats.org/officeDocument/2006/relationships/slideLayout" Target="/ppt/slideLayouts/slideLayout5.xml" Id="R5c7dab4fd0664501" /><Relationship Type="http://schemas.openxmlformats.org/officeDocument/2006/relationships/slideLayout" Target="/ppt/slideLayouts/slideLayout6.xml" Id="R78d9eae92b9349d2" /><Relationship Type="http://schemas.openxmlformats.org/officeDocument/2006/relationships/slideLayout" Target="/ppt/slideLayouts/slideLayout7.xml" Id="Red327d67580c4a38" /><Relationship Type="http://schemas.openxmlformats.org/officeDocument/2006/relationships/slideLayout" Target="/ppt/slideLayouts/slideLayout8.xml" Id="R893de3f735bb4e52" /><Relationship Type="http://schemas.openxmlformats.org/officeDocument/2006/relationships/slideLayout" Target="/ppt/slideLayouts/slideLayout9.xml" Id="Rcd2988905cdd466e" /><Relationship Type="http://schemas.openxmlformats.org/officeDocument/2006/relationships/slideLayout" Target="/ppt/slideLayouts/slideLayout10.xml" Id="Rbc4b6303bbdc433f" /><Relationship Type="http://schemas.openxmlformats.org/officeDocument/2006/relationships/slideLayout" Target="/ppt/slideLayouts/slideLayout11.xml" Id="Rd77ec4831d1246d5" /><Relationship Type="http://schemas.openxmlformats.org/officeDocument/2006/relationships/slideLayout" Target="/ppt/slideLayouts/slideLayout12.xml" Id="Rcd1ed4c03ef34809" /><Relationship Type="http://schemas.openxmlformats.org/officeDocument/2006/relationships/slideLayout" Target="/ppt/slideLayouts/slideLayout13.xml" Id="Re22daaf47cb94da8" /></Relationships>
</file>

<file path=ppt/slideMasters/slideMaster1.xml><?xml version="1.0" encoding="utf-8"?>
<p:sld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Espaço Reservado para Título 1">
            <a:extLst xmlns:a="http://schemas.openxmlformats.org/drawingml/2006/main">
              <a:ext uri="{FF2B5EF4-FFF2-40B4-BE49-F238E27FC236}">
                <a16:creationId xmlns:a16="http://schemas.microsoft.com/office/drawing/2014/main" id="{802938AA-D0C0-2648-3DB1-F715B413F47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8200" y="365125"/>
            <a:ext cx="10515600" cy="132556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>
            <a:normAutofit/>
          </a:bodyPr>
          <a:lstStyle xmlns:a="http://schemas.openxmlformats.org/drawingml/2006/main"/>
          <a:p xmlns:a="http://schemas.openxmlformats.org/drawingml/2006/main">
            <a:r>
              <a:t>Clique para editar o título Mestre</a:t>
            </a:r>
          </a:p>
        </p:txBody>
      </p:sp>
      <p:sp>
        <p:nvSpPr>
          <p:cNvPr id="3" name="Espaço Reservado para Texto 2">
            <a:extLst xmlns:a="http://schemas.openxmlformats.org/drawingml/2006/main">
              <a:ext uri="{FF2B5EF4-FFF2-40B4-BE49-F238E27FC236}">
                <a16:creationId xmlns:a16="http://schemas.microsoft.com/office/drawing/2014/main" id="{02F192B5-ACC0-488F-3954-C7307DD96C70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1825625"/>
            <a:ext cx="10515600" cy="435133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Clique para editar os estilos de texto Mestres</a:t>
            </a:r>
          </a:p>
          <a:p xmlns:a="http://schemas.openxmlformats.org/drawingml/2006/main">
            <a:pPr lvl="1">
              <a:buNone/>
            </a:pPr>
            <a:r>
              <a:t>Segundo nível</a:t>
            </a:r>
          </a:p>
          <a:p xmlns:a="http://schemas.openxmlformats.org/drawingml/2006/main">
            <a:pPr lvl="2">
              <a:buNone/>
            </a:pPr>
            <a:r>
              <a:t>Terceiro nível</a:t>
            </a:r>
          </a:p>
          <a:p xmlns:a="http://schemas.openxmlformats.org/drawingml/2006/main">
            <a:pPr lvl="3">
              <a:buNone/>
            </a:pPr>
            <a:r>
              <a:t>Quarto nível</a:t>
            </a:r>
          </a:p>
          <a:p xmlns:a="http://schemas.openxmlformats.org/drawingml/2006/main">
            <a:pPr lvl="4">
              <a:buNone/>
            </a:pPr>
            <a:r>
              <a:t>Quinto nível</a:t>
            </a:r>
          </a:p>
        </p:txBody>
      </p:sp>
      <p:sp>
        <p:nvSpPr>
          <p:cNvPr id="4" name="Espaço Reservado para Data 3">
            <a:extLst xmlns:a="http://schemas.openxmlformats.org/drawingml/2006/main">
              <a:ext uri="{FF2B5EF4-FFF2-40B4-BE49-F238E27FC236}">
                <a16:creationId xmlns:a16="http://schemas.microsoft.com/office/drawing/2014/main" id="{BEAE5455-56E9-F58C-65CC-50C4CF971C86}"/>
              </a:ext>
            </a:extLst>
          </p:cNvPr>
          <p:cNvSpPr>
            <a:spLocks xmlns:a="http://schemas.openxmlformats.org/drawingml/2006/main" noGrp="1"/>
          </p:cNvSpPr>
          <p:nvPr>
            <p:ph type="dt" idx="2"/>
          </p:nvPr>
        </p:nvSpPr>
        <p:spPr>
          <a:xfrm xmlns:a="http://schemas.openxmlformats.org/drawingml/2006/main">
            <a:off x="838200" y="6356350"/>
            <a:ext cx="27432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l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 xmlns:a="http://schemas.openxmlformats.org/drawingml/2006/main">
            <a:fld id="{EF6E0F28-42CD-4558-B4F7-BBAFD4F20C29}" type="datetimeFigureOut">
              <a:t>05/10/2026</a:t>
            </a:fld>
            <a:endParaRPr/>
          </a:p>
        </p:txBody>
      </p:sp>
      <p:sp>
        <p:nvSpPr>
          <p:cNvPr id="5" name="Espaço Reservado para Rodapé 4">
            <a:extLst xmlns:a="http://schemas.openxmlformats.org/drawingml/2006/main">
              <a:ext uri="{FF2B5EF4-FFF2-40B4-BE49-F238E27FC236}">
                <a16:creationId xmlns:a16="http://schemas.microsoft.com/office/drawing/2014/main" id="{7B4A32B9-8C39-A169-FD3A-1B20D0874C55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4038600" y="6356350"/>
            <a:ext cx="41148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ctr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 xmlns:a="http://schemas.openxmlformats.org/drawingml/2006/main">
            <a:endParaRPr/>
          </a:p>
        </p:txBody>
      </p:sp>
      <p:sp>
        <p:nvSpPr>
          <p:cNvPr id="6" name="Espaço Reservado para Número de Slide 5">
            <a:extLst xmlns:a="http://schemas.openxmlformats.org/drawingml/2006/main">
              <a:ext uri="{FF2B5EF4-FFF2-40B4-BE49-F238E27FC236}">
                <a16:creationId xmlns:a16="http://schemas.microsoft.com/office/drawing/2014/main" id="{9B6CA7B0-B885-5D94-226F-A10092FD8F38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8610600" y="6356350"/>
            <a:ext cx="27432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r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 xmlns:a="http://schemas.openxmlformats.org/drawingml/2006/main">
            <a:fld id="{96EE6597-B2A9-435C-A42E-CF0C7CD60F66}" type="slidenum">
              <a:t>‹nº›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5af1ceaf5cac4c5b"/>
    <p:sldLayoutId xmlns:r="http://schemas.openxmlformats.org/officeDocument/2006/relationships" id="2147483650" r:id="Rac27c830c61148d5"/>
    <p:sldLayoutId xmlns:r="http://schemas.openxmlformats.org/officeDocument/2006/relationships" id="2147483651" r:id="R68592de9fb60438d"/>
    <p:sldLayoutId xmlns:r="http://schemas.openxmlformats.org/officeDocument/2006/relationships" id="2147483652" r:id="R6ebcaedd5051470c"/>
    <p:sldLayoutId xmlns:r="http://schemas.openxmlformats.org/officeDocument/2006/relationships" id="2147483653" r:id="R5c7dab4fd0664501"/>
    <p:sldLayoutId xmlns:r="http://schemas.openxmlformats.org/officeDocument/2006/relationships" id="2147483654" r:id="R78d9eae92b9349d2"/>
    <p:sldLayoutId xmlns:r="http://schemas.openxmlformats.org/officeDocument/2006/relationships" id="2147483655" r:id="Red327d67580c4a38"/>
    <p:sldLayoutId xmlns:r="http://schemas.openxmlformats.org/officeDocument/2006/relationships" id="2147483656" r:id="R893de3f735bb4e52"/>
    <p:sldLayoutId xmlns:r="http://schemas.openxmlformats.org/officeDocument/2006/relationships" id="2147483657" r:id="Rcd2988905cdd466e"/>
    <p:sldLayoutId xmlns:r="http://schemas.openxmlformats.org/officeDocument/2006/relationships" id="2147483658" r:id="Rbc4b6303bbdc433f"/>
    <p:sldLayoutId xmlns:r="http://schemas.openxmlformats.org/officeDocument/2006/relationships" id="2147483659" r:id="Rd77ec4831d1246d5"/>
    <p:sldLayoutId xmlns:r="http://schemas.openxmlformats.org/officeDocument/2006/relationships" id="2147483660" r:id="Rcd1ed4c03ef34809"/>
    <p:sldLayoutId xmlns:r="http://schemas.openxmlformats.org/officeDocument/2006/relationships" id="2147483661" r:id="Re22daaf47cb94da8"/>
  </p:sldLayoutIdLst>
  <p:txStyles>
    <p:titleStyle>
      <a:lvl1pPr xmlns:a="http://schemas.openxmlformats.org/drawingml/2006/main" algn="l" defTabSz="914400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 defTabSz="914400">
        <a:lnSpc>
          <a:spcPct val="90000"/>
        </a:lnSpc>
        <a:spcBef>
          <a:spcPts val="1000"/>
        </a:spcBef>
        <a:buFont typeface="Arial"/>
        <a:buChar char="•"/>
        <a:defRPr sz="2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2.xml" Id="Rb2302d1104534cbc" /><Relationship Type="http://schemas.openxmlformats.org/officeDocument/2006/relationships/image" Target="/ppt/media/image.svg" Id="R0de93045405c420c" /><Relationship Type="http://schemas.openxmlformats.org/officeDocument/2006/relationships/image" Target="/ppt/media/image.png" Id="Rded0dc0e2c2e45ed" /><Relationship Type="http://schemas.openxmlformats.org/officeDocument/2006/relationships/notesSlide" Target="/ppt/notesSlides/notesSlide1.xml" Id="Re463b31f082e4b0e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3.xml" Id="R87d8c032e6d84d33" /><Relationship Type="http://schemas.openxmlformats.org/officeDocument/2006/relationships/image" Target="/ppt/media/image2.png" Id="R2462ba0d0a264a62" /><Relationship Type="http://schemas.openxmlformats.org/officeDocument/2006/relationships/image" Target="/ppt/media/image2.svg" Id="R68759e2342d74f39" /><Relationship Type="http://schemas.openxmlformats.org/officeDocument/2006/relationships/notesSlide" Target="/ppt/notesSlides/notesSlide2.xml" Id="R233d03d35c904229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3.xml" Id="R0bb7ef7bb1434283" /><Relationship Type="http://schemas.openxmlformats.org/officeDocument/2006/relationships/image" Target="/ppt/media/image2.png" Id="R68bea43bd44b41f5" /><Relationship Type="http://schemas.openxmlformats.org/officeDocument/2006/relationships/image" Target="/ppt/media/image2.svg" Id="R4a5d85cc261a4a05" /><Relationship Type="http://schemas.openxmlformats.org/officeDocument/2006/relationships/notesSlide" Target="/ppt/notesSlides/notesSlide3.xml" Id="R3c60692ee5de4b2b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3.xml" Id="R50bed03935704e77" /><Relationship Type="http://schemas.openxmlformats.org/officeDocument/2006/relationships/image" Target="/ppt/media/image2.png" Id="R4883dd3255d14860" /><Relationship Type="http://schemas.openxmlformats.org/officeDocument/2006/relationships/image" Target="/ppt/media/image2.svg" Id="R7d20148e77014ac6" /><Relationship Type="http://schemas.openxmlformats.org/officeDocument/2006/relationships/notesSlide" Target="/ppt/notesSlides/notesSlide4.xml" Id="Rbd3d93d95c164a3e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3.xml" Id="Rcf1ff754f56041ec" /><Relationship Type="http://schemas.openxmlformats.org/officeDocument/2006/relationships/image" Target="/ppt/media/image2.png" Id="Rbb81bea2e7ce450c" /><Relationship Type="http://schemas.openxmlformats.org/officeDocument/2006/relationships/image" Target="/ppt/media/image2.svg" Id="Rcc31fbc99c47448f" /><Relationship Type="http://schemas.openxmlformats.org/officeDocument/2006/relationships/notesSlide" Target="/ppt/notesSlides/notesSlide5.xml" Id="R695f48cf5cfc4db6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3.xml" Id="R68dca34fe66c44f9" /><Relationship Type="http://schemas.openxmlformats.org/officeDocument/2006/relationships/image" Target="/ppt/media/image2.png" Id="R7bf11de5f8434a08" /><Relationship Type="http://schemas.openxmlformats.org/officeDocument/2006/relationships/image" Target="/ppt/media/image2.svg" Id="Raa3fbe4f0ae74f47" /><Relationship Type="http://schemas.openxmlformats.org/officeDocument/2006/relationships/notesSlide" Target="/ppt/notesSlides/notesSlide6.xml" Id="R7e0317b4953845fc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3.xml" Id="R703b2f15a69e49e2" /><Relationship Type="http://schemas.openxmlformats.org/officeDocument/2006/relationships/image" Target="/ppt/media/image2.png" Id="Re66cfad0dbf44501" /><Relationship Type="http://schemas.openxmlformats.org/officeDocument/2006/relationships/image" Target="/ppt/media/image2.svg" Id="Ra2ec919d1aa84eb9" /><Relationship Type="http://schemas.openxmlformats.org/officeDocument/2006/relationships/notesSlide" Target="/ppt/notesSlides/notesSlide7.xml" Id="R8deefdb412bc42d3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3.xml" Id="R79f32f34fcb74dfb" /><Relationship Type="http://schemas.openxmlformats.org/officeDocument/2006/relationships/image" Target="/ppt/media/image2.png" Id="R93d21038ac2b49fb" /><Relationship Type="http://schemas.openxmlformats.org/officeDocument/2006/relationships/image" Target="/ppt/media/image2.svg" Id="Rc6afa1d560cf46c8" /><Relationship Type="http://schemas.openxmlformats.org/officeDocument/2006/relationships/notesSlide" Target="/ppt/notesSlides/notesSlide8.xml" Id="R0537da93495d40af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3.xml" Id="Rfe712878fb3140bf" /><Relationship Type="http://schemas.openxmlformats.org/officeDocument/2006/relationships/image" Target="/ppt/media/image2.png" Id="R1a33ea5c2d5c4f9b" /><Relationship Type="http://schemas.openxmlformats.org/officeDocument/2006/relationships/image" Target="/ppt/media/image2.svg" Id="R03c000134f694515" /><Relationship Type="http://schemas.openxmlformats.org/officeDocument/2006/relationships/notesSlide" Target="/ppt/notesSlides/notesSlide9.xml" Id="R88ddc90da6e44d22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3.xml" Id="R79c51aaa057b4e37" /><Relationship Type="http://schemas.openxmlformats.org/officeDocument/2006/relationships/image" Target="/ppt/media/image2.png" Id="R604c250d020a489a" /><Relationship Type="http://schemas.openxmlformats.org/officeDocument/2006/relationships/image" Target="/ppt/media/image2.svg" Id="R68f8052322364432" /><Relationship Type="http://schemas.openxmlformats.org/officeDocument/2006/relationships/notesSlide" Target="/ppt/notesSlides/notesSlide10.xml" Id="Rcaddb91979664b18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3.xml" Id="R52d19b2b44b041f2" /><Relationship Type="http://schemas.openxmlformats.org/officeDocument/2006/relationships/image" Target="/ppt/media/image2.png" Id="R5837a1c4da2e406a" /><Relationship Type="http://schemas.openxmlformats.org/officeDocument/2006/relationships/image" Target="/ppt/media/image2.svg" Id="R9943ea8a3cd942f1" /><Relationship Type="http://schemas.openxmlformats.org/officeDocument/2006/relationships/image" Target="/ppt/media/image3.png" Id="R37c1c338d9d240ff" /><Relationship Type="http://schemas.openxmlformats.org/officeDocument/2006/relationships/notesSlide" Target="/ppt/notesSlides/notesSlide11.xml" Id="R3d956c4cd57b43ab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3.xml" Id="Rbf2040c5b949464d" /><Relationship Type="http://schemas.openxmlformats.org/officeDocument/2006/relationships/image" Target="/ppt/media/image2.png" Id="Rc5d85abe2f744186" /><Relationship Type="http://schemas.openxmlformats.org/officeDocument/2006/relationships/image" Target="/ppt/media/image2.svg" Id="Reb12d7c5953444b6" /><Relationship Type="http://schemas.openxmlformats.org/officeDocument/2006/relationships/notesSlide" Target="/ppt/notesSlides/notesSlide12.xml" Id="R16d236ebfca44950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3.xml" Id="Rddbbd4e959704ff0" /><Relationship Type="http://schemas.openxmlformats.org/officeDocument/2006/relationships/image" Target="/ppt/media/image2.png" Id="Rcd98ad56a9ba4a7c" /><Relationship Type="http://schemas.openxmlformats.org/officeDocument/2006/relationships/image" Target="/ppt/media/image2.svg" Id="R2f71c3f7d22a4f63" /><Relationship Type="http://schemas.openxmlformats.org/officeDocument/2006/relationships/notesSlide" Target="/ppt/notesSlides/notesSlide13.xml" Id="R430965f8971b473b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3.xml" Id="R951f116ec65b4f6d" /><Relationship Type="http://schemas.openxmlformats.org/officeDocument/2006/relationships/image" Target="/ppt/media/image2.png" Id="R485c4d0888c645ff" /><Relationship Type="http://schemas.openxmlformats.org/officeDocument/2006/relationships/image" Target="/ppt/media/image2.svg" Id="R8adc00ea2d5c43e3" /><Relationship Type="http://schemas.openxmlformats.org/officeDocument/2006/relationships/notesSlide" Target="/ppt/notesSlides/notesSlide14.xml" Id="R1fcb92e9cc2644d5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3.xml" Id="Rf6edcf73a7534ee4" /><Relationship Type="http://schemas.openxmlformats.org/officeDocument/2006/relationships/image" Target="/ppt/media/image2.png" Id="Rf4377c30824c4381" /><Relationship Type="http://schemas.openxmlformats.org/officeDocument/2006/relationships/image" Target="/ppt/media/image2.svg" Id="Rdd93169970324b1e" /><Relationship Type="http://schemas.openxmlformats.org/officeDocument/2006/relationships/notesSlide" Target="/ppt/notesSlides/notesSlide15.xml" Id="Rccfa67b3c63e4cb7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Espaço Reservado para Texto 9">
            <a:extLst xmlns:a="http://schemas.openxmlformats.org/drawingml/2006/main">
              <a:ext uri="{FF2B5EF4-FFF2-40B4-BE49-F238E27FC236}">
                <a16:creationId xmlns:a16="http://schemas.microsoft.com/office/drawing/2014/main" id="{3E599F85-D4ED-3CAB-FD14-86E414DF8656}"/>
              </a:ext>
            </a:extLst>
          </p:cNvPr>
          <p:cNvSpPr>
            <a:spLocks xmlns:a="http://schemas.openxmlformats.org/drawingml/2006/main" noGrp="1"/>
          </p:cNvSpPr>
          <p:nvPr>
            <p:ph type="body" idx="16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1" name="Espaço Reservado para Texto 10">
            <a:extLst xmlns:a="http://schemas.openxmlformats.org/drawingml/2006/main">
              <a:ext uri="{FF2B5EF4-FFF2-40B4-BE49-F238E27FC236}">
                <a16:creationId xmlns:a16="http://schemas.microsoft.com/office/drawing/2014/main" id="{7833CD8A-B2D6-D855-FE64-F32FF14F25EE}"/>
              </a:ext>
            </a:extLst>
          </p:cNvPr>
          <p:cNvSpPr>
            <a:spLocks xmlns:a="http://schemas.openxmlformats.org/drawingml/2006/main" noGrp="1"/>
          </p:cNvSpPr>
          <p:nvPr>
            <p:ph type="body" idx="17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2" name="nome">
            <a:extLst xmlns:a="http://schemas.openxmlformats.org/drawingml/2006/main">
              <a:ext uri="{FF2B5EF4-FFF2-40B4-BE49-F238E27FC236}">
                <a16:creationId xmlns:a16="http://schemas.microsoft.com/office/drawing/2014/main" id="{DF05394A-7B6D-4827-8297-B27B60CA3E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1447800"/>
            <a:ext cx="93345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78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defPPr>
          </a:lstStyle>
          <a:p xmlns:a="http://schemas.openxmlformats.org/drawingml/2006/main">
            <a:pPr algn="ctr">
              <a:buNone/>
              <a:defRPr sz="78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78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AEBOT</a:t>
            </a:r>
          </a:p>
        </p:txBody>
      </p:sp>
      <p:sp>
        <p:nvSpPr>
          <p:cNvPr id="13" name="subtitulo">
            <a:extLst xmlns:a="http://schemas.openxmlformats.org/drawingml/2006/main">
              <a:ext uri="{FF2B5EF4-FFF2-40B4-BE49-F238E27FC236}">
                <a16:creationId xmlns:a16="http://schemas.microsoft.com/office/drawing/2014/main" id="{7192E388-FFF5-4694-B991-CBB426EA00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2819400"/>
            <a:ext cx="9525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3000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 algn="ctr">
              <a:buNone/>
              <a:defRPr sz="3000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3000" b="0">
                <a:solidFill>
                  <a:srgbClr val="FFFFFF"/>
                </a:solidFill>
                <a:latin typeface="Aptos"/>
                <a:ea typeface="Aptos"/>
                <a:cs typeface="Aptos"/>
              </a:rPr>
              <a:t>Assistente de Análise de Ordens de Serviço</a:t>
            </a:r>
          </a:p>
        </p:txBody>
      </p:sp>
      <p:sp>
        <p:nvSpPr>
          <p:cNvPr id="14" name="autor">
            <a:extLst xmlns:a="http://schemas.openxmlformats.org/drawingml/2006/main">
              <a:ext uri="{FF2B5EF4-FFF2-40B4-BE49-F238E27FC236}">
                <a16:creationId xmlns:a16="http://schemas.microsoft.com/office/drawing/2014/main" id="{B0C86B72-24D5-4E4E-9DA3-8AF8625730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4143375"/>
            <a:ext cx="6667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24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defPPr>
          </a:lstStyle>
          <a:p xmlns:a="http://schemas.openxmlformats.org/drawingml/2006/main">
            <a:pPr algn="ctr">
              <a:buNone/>
              <a:defRPr sz="24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24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Pedro Lucas Botelho</a:t>
            </a:r>
          </a:p>
        </p:txBody>
      </p:sp>
      <p:sp>
        <p:nvSpPr>
          <p:cNvPr id="15" name="edicao">
            <a:extLst xmlns:a="http://schemas.openxmlformats.org/drawingml/2006/main">
              <a:ext uri="{FF2B5EF4-FFF2-40B4-BE49-F238E27FC236}">
                <a16:creationId xmlns:a16="http://schemas.microsoft.com/office/drawing/2014/main" id="{6F6DBA52-7717-411B-9EB9-E8100E64A0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5381625"/>
            <a:ext cx="52387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1875" b="0">
                <a:solidFill>
                  <a:srgbClr val="070E73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 algn="ctr">
              <a:buNone/>
              <a:defRPr sz="1875" b="0">
                <a:solidFill>
                  <a:srgbClr val="070E73"/>
                </a:solidFill>
                <a:latin typeface="Aptos"/>
                <a:ea typeface="Aptos"/>
                <a:cs typeface="Aptos"/>
              </a:defRPr>
            </a:pPr>
            <a:r>
              <a:rPr sz="1875" b="0">
                <a:solidFill>
                  <a:srgbClr val="070E73"/>
                </a:solidFill>
                <a:latin typeface="Aptos"/>
                <a:ea typeface="Aptos"/>
                <a:cs typeface="Aptos"/>
              </a:rPr>
              <a:t>Projeto em desenvolvimento</a:t>
            </a:r>
          </a:p>
          <a:p xmlns:a="http://schemas.openxmlformats.org/drawingml/2006/main">
            <a:pPr algn="ctr">
              <a:buNone/>
              <a:defRPr sz="1875" b="0">
                <a:solidFill>
                  <a:srgbClr val="070E73"/>
                </a:solidFill>
                <a:latin typeface="Aptos"/>
                <a:ea typeface="Aptos"/>
                <a:cs typeface="Aptos"/>
              </a:defRPr>
            </a:pPr>
            <a:r>
              <a:rPr sz="1875" b="0">
                <a:solidFill>
                  <a:srgbClr val="070E73"/>
                </a:solidFill>
                <a:latin typeface="Aptos"/>
                <a:ea typeface="Aptos"/>
                <a:cs typeface="Aptos"/>
              </a:rPr>
              <a:t>Outubro de 2026</a:t>
            </a:r>
          </a:p>
        </p:txBody>
      </p:sp>
      <p:pic>
        <p:nvPic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CE12BA8-7B0A-4138-8EEE-13919B7203A4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ed0dc0e2c2e45ed">
            <a:extLst>
              <a:ext uri="{96DAC541-7B7A-43D3-8B79-37D633B846F1}">
                <asvg:svgBlip xmlns:asvg="http://schemas.microsoft.com/office/drawing/2016/SVG/main" r:embed="R0de93045405c420c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10961275" y="6418421"/>
            <a:ext cx="954977" cy="260509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75363419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9" name="Picture 2">
            <a:extLst xmlns:a="http://schemas.openxmlformats.org/drawingml/2006/main">
              <a:ext uri="{FF2B5EF4-FFF2-40B4-BE49-F238E27FC236}">
                <a16:creationId xmlns:a16="http://schemas.microsoft.com/office/drawing/2014/main" id="{DB7D6B86-023A-47B3-9B31-BFC86EF74E83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462ba0d0a264a62"/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pic>
        <p:nvPicPr>
          <p:cNvPr id="6" name="Graphic 1">
            <a:extLst xmlns:a="http://schemas.openxmlformats.org/drawingml/2006/main">
              <a:ext uri="{FF2B5EF4-FFF2-40B4-BE49-F238E27FC236}">
                <a16:creationId xmlns:a16="http://schemas.microsoft.com/office/drawing/2014/main" id="{C39B20F2-CADF-459E-9784-818F9622A436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462ba0d0a264a62">
            <a:extLst>
              <a:ext uri="{96DAC541-7B7A-43D3-8B79-37D633B846F1}">
                <asvg:svgBlip xmlns:asvg="http://schemas.microsoft.com/office/drawing/2016/SVG/main" r:embed="R68759e2342d74f39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0961253" y="6418396"/>
            <a:ext cx="954951" cy="260544"/>
          </a:xfrm>
          <a:prstGeom xmlns:a="http://schemas.openxmlformats.org/drawingml/2006/main" prst="rect">
            <a:avLst/>
          </a:prstGeom>
        </p:spPr>
      </p:pic>
      <p:sp>
        <p:nvSpPr>
          <p:cNvPr id="17" name="CaixaDeTexto 16">
            <a:extLst xmlns:a="http://schemas.openxmlformats.org/drawingml/2006/main">
              <a:ext uri="{FF2B5EF4-FFF2-40B4-BE49-F238E27FC236}">
                <a16:creationId xmlns:a16="http://schemas.microsoft.com/office/drawing/2014/main" id="{2658AB85-F832-39C9-57C9-ECDEBC7377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3746" y="1287304"/>
            <a:ext cx="10164509" cy="4733258"/>
          </a:xfrm>
          <a:prstGeom xmlns:a="http://schemas.openxmlformats.org/drawingml/2006/main" prst="flowChartAlternateProcess">
            <a:avLst/>
          </a:prstGeom>
          <a:ln xmlns:a="http://schemas.openxmlformats.org/drawingml/2006/main">
            <a:solidFill>
              <a:srgbClr val="070E73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1">
            <a:schemeClr val="l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dk1"/>
          </a:fontRef>
        </p:style>
        <p:txBody>
          <a:bodyPr xmlns:a="http://schemas.openxmlformats.org/drawingml/2006/main" wrap="square">
            <a:noAutofit/>
          </a:bodyPr>
          <a:lstStyle xmlns:a="http://schemas.openxmlformats.org/drawingml/2006/main"/>
          <a:p xmlns:a="http://schemas.openxmlformats.org/drawingml/2006/main">
            <a:r>
              <a:rPr sz="4000" b="1">
                <a:solidFill>
                  <a:srgbClr val="070E73"/>
                </a:solidFill>
              </a:rPr>
              <a:t/>
            </a:r>
          </a:p>
        </p:txBody>
      </p:sp>
      <p:sp>
        <p:nvSpPr>
          <p:cNvPr id="18" name="titulo">
            <a:extLst xmlns:a="http://schemas.openxmlformats.org/drawingml/2006/main">
              <a:ext uri="{FF2B5EF4-FFF2-40B4-BE49-F238E27FC236}">
                <a16:creationId xmlns:a16="http://schemas.microsoft.com/office/drawing/2014/main" id="{CB38F48D-45BE-492C-9603-FA9B4FE819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1581150"/>
            <a:ext cx="9525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600" b="1">
                <a:solidFill>
                  <a:srgbClr val="070E73"/>
                </a:solidFill>
                <a:latin typeface="Aptos Display"/>
                <a:ea typeface="Aptos Display"/>
                <a:cs typeface="Aptos Display"/>
              </a:defRPr>
            </a:defPPr>
          </a:lstStyle>
          <a:p xmlns:a="http://schemas.openxmlformats.org/drawingml/2006/main">
            <a:pPr algn="l">
              <a:defRPr sz="3600" b="1">
                <a:solidFill>
                  <a:srgbClr val="070E73"/>
                </a:solidFill>
                <a:latin typeface="Aptos Display"/>
                <a:ea typeface="Aptos Display"/>
                <a:cs typeface="Aptos Display"/>
              </a:defRPr>
            </a:pPr>
            <a:r>
              <a:rPr sz="3600" b="1">
                <a:solidFill>
                  <a:srgbClr val="070E73"/>
                </a:solidFill>
                <a:latin typeface="Aptos Display"/>
                <a:ea typeface="Aptos Display"/>
                <a:cs typeface="Aptos Display"/>
              </a:rPr>
              <a:t>Por que comecei o AEBOT</a:t>
            </a:r>
          </a:p>
        </p:txBody>
      </p:sp>
      <p:sp>
        <p:nvSpPr>
          <p:cNvPr id="19" name="analistas">
            <a:extLst xmlns:a="http://schemas.openxmlformats.org/drawingml/2006/main">
              <a:ext uri="{FF2B5EF4-FFF2-40B4-BE49-F238E27FC236}">
                <a16:creationId xmlns:a16="http://schemas.microsoft.com/office/drawing/2014/main" id="{46AB0623-B336-4639-AF81-269902F449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2609850"/>
            <a:ext cx="4381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4050" b="1">
                <a:solidFill>
                  <a:srgbClr val="070E73"/>
                </a:solidFill>
                <a:latin typeface="Aptos Display"/>
                <a:ea typeface="Aptos Display"/>
                <a:cs typeface="Aptos Display"/>
              </a:defRPr>
            </a:defPPr>
          </a:lstStyle>
          <a:p xmlns:a="http://schemas.openxmlformats.org/drawingml/2006/main">
            <a:pPr algn="l">
              <a:defRPr sz="4050" b="1">
                <a:solidFill>
                  <a:srgbClr val="070E73"/>
                </a:solidFill>
                <a:latin typeface="Aptos Display"/>
                <a:ea typeface="Aptos Display"/>
                <a:cs typeface="Aptos Display"/>
              </a:defRPr>
            </a:pPr>
            <a:r>
              <a:rPr sz="4050" b="1">
                <a:solidFill>
                  <a:srgbClr val="070E73"/>
                </a:solidFill>
                <a:latin typeface="Aptos Display"/>
                <a:ea typeface="Aptos Display"/>
                <a:cs typeface="Aptos Display"/>
              </a:rPr>
              <a:t>40 analistas</a:t>
            </a:r>
          </a:p>
        </p:txBody>
      </p:sp>
      <p:sp>
        <p:nvSpPr>
          <p:cNvPr id="20" name="volume">
            <a:extLst xmlns:a="http://schemas.openxmlformats.org/drawingml/2006/main">
              <a:ext uri="{FF2B5EF4-FFF2-40B4-BE49-F238E27FC236}">
                <a16:creationId xmlns:a16="http://schemas.microsoft.com/office/drawing/2014/main" id="{C4572E9B-4195-46CD-A0D0-40EB62FB41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609850"/>
            <a:ext cx="4714875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600" b="1">
                <a:solidFill>
                  <a:srgbClr val="070E73"/>
                </a:solidFill>
                <a:latin typeface="Aptos Display"/>
                <a:ea typeface="Aptos Display"/>
                <a:cs typeface="Aptos Display"/>
              </a:defRPr>
            </a:defPPr>
          </a:lstStyle>
          <a:p xmlns:a="http://schemas.openxmlformats.org/drawingml/2006/main">
            <a:pPr algn="l">
              <a:defRPr sz="3600" b="1">
                <a:solidFill>
                  <a:srgbClr val="070E73"/>
                </a:solidFill>
                <a:latin typeface="Aptos Display"/>
                <a:ea typeface="Aptos Display"/>
                <a:cs typeface="Aptos Display"/>
              </a:defRPr>
            </a:pPr>
            <a:r>
              <a:rPr sz="3600" b="1">
                <a:solidFill>
                  <a:srgbClr val="070E73"/>
                </a:solidFill>
                <a:latin typeface="Aptos Display"/>
                <a:ea typeface="Aptos Display"/>
                <a:cs typeface="Aptos Display"/>
              </a:rPr>
              <a:t>Mais de 3.000 OS/dia</a:t>
            </a:r>
          </a:p>
        </p:txBody>
      </p:sp>
      <p:sp>
        <p:nvSpPr>
          <p:cNvPr id="21" name="contexto">
            <a:extLst xmlns:a="http://schemas.openxmlformats.org/drawingml/2006/main">
              <a:ext uri="{FF2B5EF4-FFF2-40B4-BE49-F238E27FC236}">
                <a16:creationId xmlns:a16="http://schemas.microsoft.com/office/drawing/2014/main" id="{795BD57F-FEC1-4FE6-9179-A86E1C1AC2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3619500"/>
            <a:ext cx="9477375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550" b="0">
                <a:solidFill>
                  <a:srgbClr val="070E73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 algn="l">
              <a:defRPr sz="2550" b="0">
                <a:solidFill>
                  <a:srgbClr val="070E73"/>
                </a:solidFill>
                <a:latin typeface="Aptos"/>
                <a:ea typeface="Aptos"/>
                <a:cs typeface="Aptos"/>
              </a:defRPr>
            </a:pPr>
            <a:r>
              <a:rPr sz="2550" b="0">
                <a:solidFill>
                  <a:srgbClr val="070E73"/>
                </a:solidFill>
                <a:latin typeface="Aptos"/>
                <a:ea typeface="Aptos"/>
                <a:cs typeface="Aptos"/>
              </a:rPr>
              <a:t>Na análise, surgem dúvidas sobre o serviço executado,</a:t>
            </a:r>
          </a:p>
          <a:p xmlns:a="http://schemas.openxmlformats.org/drawingml/2006/main">
            <a:pPr algn="l">
              <a:defRPr sz="2550" b="0">
                <a:solidFill>
                  <a:srgbClr val="070E73"/>
                </a:solidFill>
                <a:latin typeface="Aptos"/>
                <a:ea typeface="Aptos"/>
                <a:cs typeface="Aptos"/>
              </a:defRPr>
            </a:pPr>
            <a:r>
              <a:rPr sz="2550" b="0">
                <a:solidFill>
                  <a:srgbClr val="070E73"/>
                </a:solidFill>
                <a:latin typeface="Aptos"/>
                <a:ea typeface="Aptos"/>
                <a:cs typeface="Aptos"/>
              </a:rPr>
              <a:t>a parametrização e a aplicação das regras.</a:t>
            </a:r>
          </a:p>
        </p:txBody>
      </p:sp>
      <p:sp>
        <p:nvSpPr>
          <p:cNvPr id="22" name="objetivo">
            <a:extLst xmlns:a="http://schemas.openxmlformats.org/drawingml/2006/main">
              <a:ext uri="{FF2B5EF4-FFF2-40B4-BE49-F238E27FC236}">
                <a16:creationId xmlns:a16="http://schemas.microsoft.com/office/drawing/2014/main" id="{1D6292F0-44CF-4AC0-A0C3-0DB84EEB41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4810125"/>
            <a:ext cx="9477375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0">
                <a:solidFill>
                  <a:srgbClr val="070E73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 algn="l">
              <a:defRPr sz="2250" b="0">
                <a:solidFill>
                  <a:srgbClr val="070E73"/>
                </a:solidFill>
                <a:latin typeface="Aptos"/>
                <a:ea typeface="Aptos"/>
                <a:cs typeface="Aptos"/>
              </a:defRPr>
            </a:pPr>
            <a:r>
              <a:rPr sz="2250" b="0">
                <a:solidFill>
                  <a:srgbClr val="070E73"/>
                </a:solidFill>
                <a:latin typeface="Aptos"/>
                <a:ea typeface="Aptos"/>
                <a:cs typeface="Aptos"/>
              </a:rPr>
              <a:t>Criei o AEBOT para reunir esse conhecimento e facilitar</a:t>
            </a:r>
          </a:p>
          <a:p xmlns:a="http://schemas.openxmlformats.org/drawingml/2006/main">
            <a:pPr algn="l">
              <a:defRPr sz="2250" b="0">
                <a:solidFill>
                  <a:srgbClr val="070E73"/>
                </a:solidFill>
                <a:latin typeface="Aptos"/>
                <a:ea typeface="Aptos"/>
                <a:cs typeface="Aptos"/>
              </a:defRPr>
            </a:pPr>
            <a:r>
              <a:rPr sz="2250" b="0">
                <a:solidFill>
                  <a:srgbClr val="070E73"/>
                </a:solidFill>
                <a:latin typeface="Aptos"/>
                <a:ea typeface="Aptos"/>
                <a:cs typeface="Aptos"/>
              </a:rPr>
              <a:t>a consulta enquanto estamos analisando a OS.</a:t>
            </a:r>
          </a:p>
        </p:txBody>
      </p:sp>
    </p:spTree>
    <p:extLst>
      <p:ext uri="{BB962C8B-B14F-4D97-AF65-F5344CB8AC3E}">
        <p14:creationId xmlns:p14="http://schemas.microsoft.com/office/powerpoint/2010/main" val="1259437899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9" name="Picture 2">
            <a:extLst xmlns:a="http://schemas.openxmlformats.org/drawingml/2006/main">
              <a:ext uri="{FF2B5EF4-FFF2-40B4-BE49-F238E27FC236}">
                <a16:creationId xmlns:a16="http://schemas.microsoft.com/office/drawing/2014/main" id="{DB7D6B86-023A-47B3-9B31-BFC86EF74E83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8bea43bd44b41f5"/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pic>
        <p:nvPicPr>
          <p:cNvPr id="6" name="Graphic 1">
            <a:extLst xmlns:a="http://schemas.openxmlformats.org/drawingml/2006/main">
              <a:ext uri="{FF2B5EF4-FFF2-40B4-BE49-F238E27FC236}">
                <a16:creationId xmlns:a16="http://schemas.microsoft.com/office/drawing/2014/main" id="{C39B20F2-CADF-459E-9784-818F9622A436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8bea43bd44b41f5">
            <a:extLst>
              <a:ext uri="{96DAC541-7B7A-43D3-8B79-37D633B846F1}">
                <asvg:svgBlip xmlns:asvg="http://schemas.microsoft.com/office/drawing/2016/SVG/main" r:embed="R4a5d85cc261a4a05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0961253" y="6418396"/>
            <a:ext cx="954951" cy="260544"/>
          </a:xfrm>
          <a:prstGeom xmlns:a="http://schemas.openxmlformats.org/drawingml/2006/main" prst="rect">
            <a:avLst/>
          </a:prstGeom>
        </p:spPr>
      </p:pic>
      <p:sp>
        <p:nvSpPr>
          <p:cNvPr id="17" name="CaixaDeTexto 16">
            <a:extLst xmlns:a="http://schemas.openxmlformats.org/drawingml/2006/main">
              <a:ext uri="{FF2B5EF4-FFF2-40B4-BE49-F238E27FC236}">
                <a16:creationId xmlns:a16="http://schemas.microsoft.com/office/drawing/2014/main" id="{2658AB85-F832-39C9-57C9-ECDEBC7377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3746" y="1287304"/>
            <a:ext cx="10164509" cy="4733258"/>
          </a:xfrm>
          <a:prstGeom xmlns:a="http://schemas.openxmlformats.org/drawingml/2006/main" prst="flowChartAlternateProcess">
            <a:avLst/>
          </a:prstGeom>
          <a:ln xmlns:a="http://schemas.openxmlformats.org/drawingml/2006/main">
            <a:solidFill>
              <a:srgbClr val="070E73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1">
            <a:schemeClr val="l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dk1"/>
          </a:fontRef>
        </p:style>
        <p:txBody>
          <a:bodyPr xmlns:a="http://schemas.openxmlformats.org/drawingml/2006/main" wrap="square">
            <a:noAutofit/>
          </a:bodyPr>
          <a:lstStyle xmlns:a="http://schemas.openxmlformats.org/drawingml/2006/main"/>
          <a:p xmlns:a="http://schemas.openxmlformats.org/drawingml/2006/main">
            <a:r>
              <a:rPr sz="4000" b="1">
                <a:solidFill>
                  <a:srgbClr val="070E73"/>
                </a:solidFill>
              </a:rPr>
              <a:t/>
            </a:r>
          </a:p>
        </p:txBody>
      </p:sp>
      <p:sp>
        <p:nvSpPr>
          <p:cNvPr id="18" name="titulo">
            <a:extLst xmlns:a="http://schemas.openxmlformats.org/drawingml/2006/main">
              <a:ext uri="{FF2B5EF4-FFF2-40B4-BE49-F238E27FC236}">
                <a16:creationId xmlns:a16="http://schemas.microsoft.com/office/drawing/2014/main" id="{3A1B5277-99D9-40EC-AF15-E66427174A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1581150"/>
            <a:ext cx="9525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600" b="1">
                <a:solidFill>
                  <a:srgbClr val="070E73"/>
                </a:solidFill>
                <a:latin typeface="Aptos Display"/>
                <a:ea typeface="Aptos Display"/>
                <a:cs typeface="Aptos Display"/>
              </a:defRPr>
            </a:defPPr>
          </a:lstStyle>
          <a:p xmlns:a="http://schemas.openxmlformats.org/drawingml/2006/main">
            <a:pPr algn="l">
              <a:defRPr sz="3600" b="1">
                <a:solidFill>
                  <a:srgbClr val="070E73"/>
                </a:solidFill>
                <a:latin typeface="Aptos Display"/>
                <a:ea typeface="Aptos Display"/>
                <a:cs typeface="Aptos Display"/>
              </a:defRPr>
            </a:pPr>
            <a:r>
              <a:rPr sz="3600" b="1">
                <a:solidFill>
                  <a:srgbClr val="070E73"/>
                </a:solidFill>
                <a:latin typeface="Aptos Display"/>
                <a:ea typeface="Aptos Display"/>
                <a:cs typeface="Aptos Display"/>
              </a:rPr>
              <a:t>O papel do AEBOT na rotina</a:t>
            </a:r>
          </a:p>
        </p:txBody>
      </p:sp>
      <p:sp>
        <p:nvSpPr>
          <p:cNvPr id="19" name="destaque-271">
            <a:extLst xmlns:a="http://schemas.openxmlformats.org/drawingml/2006/main">
              <a:ext uri="{FF2B5EF4-FFF2-40B4-BE49-F238E27FC236}">
                <a16:creationId xmlns:a16="http://schemas.microsoft.com/office/drawing/2014/main" id="{D0A3CA49-A03D-4143-BBE9-203FA72748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2581275"/>
            <a:ext cx="947737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400" b="1">
                <a:solidFill>
                  <a:srgbClr val="070E73"/>
                </a:solidFill>
                <a:latin typeface="Aptos Display"/>
                <a:ea typeface="Aptos Display"/>
                <a:cs typeface="Aptos Display"/>
              </a:defRPr>
            </a:defPPr>
          </a:lstStyle>
          <a:p xmlns:a="http://schemas.openxmlformats.org/drawingml/2006/main">
            <a:pPr algn="l">
              <a:defRPr sz="2400" b="1">
                <a:solidFill>
                  <a:srgbClr val="070E73"/>
                </a:solidFill>
                <a:latin typeface="Aptos Display"/>
                <a:ea typeface="Aptos Display"/>
                <a:cs typeface="Aptos Display"/>
              </a:defRPr>
            </a:pPr>
            <a:r>
              <a:rPr sz="2400" b="1">
                <a:solidFill>
                  <a:srgbClr val="070E73"/>
                </a:solidFill>
                <a:latin typeface="Aptos Display"/>
                <a:ea typeface="Aptos Display"/>
                <a:cs typeface="Aptos Display"/>
              </a:rPr>
              <a:t>Apoio à análise do caso</a:t>
            </a:r>
          </a:p>
        </p:txBody>
      </p:sp>
      <p:sp>
        <p:nvSpPr>
          <p:cNvPr id="20" name="texto-271">
            <a:extLst xmlns:a="http://schemas.openxmlformats.org/drawingml/2006/main">
              <a:ext uri="{FF2B5EF4-FFF2-40B4-BE49-F238E27FC236}">
                <a16:creationId xmlns:a16="http://schemas.microsoft.com/office/drawing/2014/main" id="{6FDA2C64-5657-4F51-B573-5B73586D58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3019425"/>
            <a:ext cx="9477375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0">
                <a:solidFill>
                  <a:srgbClr val="070E73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 algn="l">
              <a:defRPr sz="2250" b="0">
                <a:solidFill>
                  <a:srgbClr val="070E73"/>
                </a:solidFill>
                <a:latin typeface="Aptos"/>
                <a:ea typeface="Aptos"/>
                <a:cs typeface="Aptos"/>
              </a:defRPr>
            </a:pPr>
            <a:r>
              <a:rPr sz="2250" b="0">
                <a:solidFill>
                  <a:srgbClr val="070E73"/>
                </a:solidFill>
                <a:latin typeface="Aptos"/>
                <a:ea typeface="Aptos"/>
                <a:cs typeface="Aptos"/>
              </a:rPr>
              <a:t>O analista descreve a situação e recebe uma orientação</a:t>
            </a:r>
          </a:p>
          <a:p xmlns:a="http://schemas.openxmlformats.org/drawingml/2006/main">
            <a:pPr algn="l">
              <a:defRPr sz="2250" b="0">
                <a:solidFill>
                  <a:srgbClr val="070E73"/>
                </a:solidFill>
                <a:latin typeface="Aptos"/>
                <a:ea typeface="Aptos"/>
                <a:cs typeface="Aptos"/>
              </a:defRPr>
            </a:pPr>
            <a:r>
              <a:rPr sz="2250" b="0">
                <a:solidFill>
                  <a:srgbClr val="070E73"/>
                </a:solidFill>
                <a:latin typeface="Aptos"/>
                <a:ea typeface="Aptos"/>
                <a:cs typeface="Aptos"/>
              </a:rPr>
              <a:t>relacionada ao serviço que está revisando.</a:t>
            </a:r>
          </a:p>
        </p:txBody>
      </p:sp>
      <p:sp>
        <p:nvSpPr>
          <p:cNvPr id="21" name="destaque-415">
            <a:extLst xmlns:a="http://schemas.openxmlformats.org/drawingml/2006/main">
              <a:ext uri="{FF2B5EF4-FFF2-40B4-BE49-F238E27FC236}">
                <a16:creationId xmlns:a16="http://schemas.microsoft.com/office/drawing/2014/main" id="{43AE5248-C279-4E76-8199-8EF04795AE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3952875"/>
            <a:ext cx="947737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400" b="1">
                <a:solidFill>
                  <a:srgbClr val="070E73"/>
                </a:solidFill>
                <a:latin typeface="Aptos Display"/>
                <a:ea typeface="Aptos Display"/>
                <a:cs typeface="Aptos Display"/>
              </a:defRPr>
            </a:defPPr>
          </a:lstStyle>
          <a:p xmlns:a="http://schemas.openxmlformats.org/drawingml/2006/main">
            <a:pPr algn="l">
              <a:defRPr sz="2400" b="1">
                <a:solidFill>
                  <a:srgbClr val="070E73"/>
                </a:solidFill>
                <a:latin typeface="Aptos Display"/>
                <a:ea typeface="Aptos Display"/>
                <a:cs typeface="Aptos Display"/>
              </a:defRPr>
            </a:pPr>
            <a:r>
              <a:rPr sz="2400" b="1">
                <a:solidFill>
                  <a:srgbClr val="070E73"/>
                </a:solidFill>
                <a:latin typeface="Aptos Display"/>
                <a:ea typeface="Aptos Display"/>
                <a:cs typeface="Aptos Display"/>
              </a:rPr>
              <a:t>Consulta ao conhecimento da operação</a:t>
            </a:r>
          </a:p>
        </p:txBody>
      </p:sp>
      <p:sp>
        <p:nvSpPr>
          <p:cNvPr id="22" name="texto-415">
            <a:extLst xmlns:a="http://schemas.openxmlformats.org/drawingml/2006/main">
              <a:ext uri="{FF2B5EF4-FFF2-40B4-BE49-F238E27FC236}">
                <a16:creationId xmlns:a16="http://schemas.microsoft.com/office/drawing/2014/main" id="{E61312F9-73D1-49FC-BDC8-14787BA093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4391025"/>
            <a:ext cx="9477375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0">
                <a:solidFill>
                  <a:srgbClr val="070E73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 algn="l">
              <a:defRPr sz="2250" b="0">
                <a:solidFill>
                  <a:srgbClr val="070E73"/>
                </a:solidFill>
                <a:latin typeface="Aptos"/>
                <a:ea typeface="Aptos"/>
                <a:cs typeface="Aptos"/>
              </a:defRPr>
            </a:pPr>
            <a:r>
              <a:rPr sz="2250" b="0">
                <a:solidFill>
                  <a:srgbClr val="070E73"/>
                </a:solidFill>
                <a:latin typeface="Aptos"/>
                <a:ea typeface="Aptos"/>
                <a:cs typeface="Aptos"/>
              </a:rPr>
              <a:t>Regras e procedimentos ficam disponíveis no mesmo lugar,</a:t>
            </a:r>
          </a:p>
          <a:p xmlns:a="http://schemas.openxmlformats.org/drawingml/2006/main">
            <a:pPr algn="l">
              <a:defRPr sz="2250" b="0">
                <a:solidFill>
                  <a:srgbClr val="070E73"/>
                </a:solidFill>
                <a:latin typeface="Aptos"/>
                <a:ea typeface="Aptos"/>
                <a:cs typeface="Aptos"/>
              </a:defRPr>
            </a:pPr>
            <a:r>
              <a:rPr sz="2250" b="0">
                <a:solidFill>
                  <a:srgbClr val="070E73"/>
                </a:solidFill>
                <a:latin typeface="Aptos"/>
                <a:ea typeface="Aptos"/>
                <a:cs typeface="Aptos"/>
              </a:rPr>
              <a:t>com a base que sustenta a resposta.</a:t>
            </a:r>
          </a:p>
        </p:txBody>
      </p:sp>
      <p:sp>
        <p:nvSpPr>
          <p:cNvPr id="23" name="fechamento">
            <a:extLst xmlns:a="http://schemas.openxmlformats.org/drawingml/2006/main">
              <a:ext uri="{FF2B5EF4-FFF2-40B4-BE49-F238E27FC236}">
                <a16:creationId xmlns:a16="http://schemas.microsoft.com/office/drawing/2014/main" id="{A206508F-B6B6-4CDB-8DFD-8A638629A8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5381625"/>
            <a:ext cx="94773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1">
                <a:solidFill>
                  <a:srgbClr val="070E73"/>
                </a:solidFill>
                <a:latin typeface="Aptos Display"/>
                <a:ea typeface="Aptos Display"/>
                <a:cs typeface="Aptos Display"/>
              </a:defRPr>
            </a:defPPr>
          </a:lstStyle>
          <a:p xmlns:a="http://schemas.openxmlformats.org/drawingml/2006/main">
            <a:pPr algn="l">
              <a:defRPr sz="1950" b="1">
                <a:solidFill>
                  <a:srgbClr val="070E73"/>
                </a:solidFill>
                <a:latin typeface="Aptos Display"/>
                <a:ea typeface="Aptos Display"/>
                <a:cs typeface="Aptos Display"/>
              </a:defRPr>
            </a:pPr>
            <a:r>
              <a:rPr sz="1950" b="1">
                <a:solidFill>
                  <a:srgbClr val="070E73"/>
                </a:solidFill>
                <a:latin typeface="Aptos Display"/>
                <a:ea typeface="Aptos Display"/>
                <a:cs typeface="Aptos Display"/>
              </a:rPr>
              <a:t>A conferência da OS e o lançamento continuam com o analista.</a:t>
            </a:r>
          </a:p>
        </p:txBody>
      </p:sp>
    </p:spTree>
    <p:extLst>
      <p:ext uri="{BB962C8B-B14F-4D97-AF65-F5344CB8AC3E}">
        <p14:creationId xmlns:p14="http://schemas.microsoft.com/office/powerpoint/2010/main" val="1259437899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9" name="Picture 2">
            <a:extLst xmlns:a="http://schemas.openxmlformats.org/drawingml/2006/main">
              <a:ext uri="{FF2B5EF4-FFF2-40B4-BE49-F238E27FC236}">
                <a16:creationId xmlns:a16="http://schemas.microsoft.com/office/drawing/2014/main" id="{DB7D6B86-023A-47B3-9B31-BFC86EF74E83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883dd3255d14860"/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pic>
        <p:nvPicPr>
          <p:cNvPr id="6" name="Graphic 1">
            <a:extLst xmlns:a="http://schemas.openxmlformats.org/drawingml/2006/main">
              <a:ext uri="{FF2B5EF4-FFF2-40B4-BE49-F238E27FC236}">
                <a16:creationId xmlns:a16="http://schemas.microsoft.com/office/drawing/2014/main" id="{C39B20F2-CADF-459E-9784-818F9622A436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883dd3255d14860">
            <a:extLst>
              <a:ext uri="{96DAC541-7B7A-43D3-8B79-37D633B846F1}">
                <asvg:svgBlip xmlns:asvg="http://schemas.microsoft.com/office/drawing/2016/SVG/main" r:embed="R7d20148e77014ac6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0961253" y="6418396"/>
            <a:ext cx="954951" cy="260544"/>
          </a:xfrm>
          <a:prstGeom xmlns:a="http://schemas.openxmlformats.org/drawingml/2006/main" prst="rect">
            <a:avLst/>
          </a:prstGeom>
        </p:spPr>
      </p:pic>
      <p:sp>
        <p:nvSpPr>
          <p:cNvPr id="17" name="CaixaDeTexto 16">
            <a:extLst xmlns:a="http://schemas.openxmlformats.org/drawingml/2006/main">
              <a:ext uri="{FF2B5EF4-FFF2-40B4-BE49-F238E27FC236}">
                <a16:creationId xmlns:a16="http://schemas.microsoft.com/office/drawing/2014/main" id="{2658AB85-F832-39C9-57C9-ECDEBC7377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3746" y="1287304"/>
            <a:ext cx="10164509" cy="4733258"/>
          </a:xfrm>
          <a:prstGeom xmlns:a="http://schemas.openxmlformats.org/drawingml/2006/main" prst="flowChartAlternateProcess">
            <a:avLst/>
          </a:prstGeom>
          <a:ln xmlns:a="http://schemas.openxmlformats.org/drawingml/2006/main">
            <a:solidFill>
              <a:srgbClr val="070E73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1">
            <a:schemeClr val="l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dk1"/>
          </a:fontRef>
        </p:style>
        <p:txBody>
          <a:bodyPr xmlns:a="http://schemas.openxmlformats.org/drawingml/2006/main" wrap="square">
            <a:noAutofit/>
          </a:bodyPr>
          <a:lstStyle xmlns:a="http://schemas.openxmlformats.org/drawingml/2006/main"/>
          <a:p xmlns:a="http://schemas.openxmlformats.org/drawingml/2006/main">
            <a:r>
              <a:rPr sz="4000" b="1">
                <a:solidFill>
                  <a:srgbClr val="070E73"/>
                </a:solidFill>
              </a:rPr>
              <a:t/>
            </a:r>
          </a:p>
        </p:txBody>
      </p:sp>
      <p:sp>
        <p:nvSpPr>
          <p:cNvPr id="18" name="titulo">
            <a:extLst xmlns:a="http://schemas.openxmlformats.org/drawingml/2006/main">
              <a:ext uri="{FF2B5EF4-FFF2-40B4-BE49-F238E27FC236}">
                <a16:creationId xmlns:a16="http://schemas.microsoft.com/office/drawing/2014/main" id="{389068A7-6AB7-409A-B7B0-6CB377A43C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1581150"/>
            <a:ext cx="9525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600" b="1">
                <a:solidFill>
                  <a:srgbClr val="070E73"/>
                </a:solidFill>
                <a:latin typeface="Aptos Display"/>
                <a:ea typeface="Aptos Display"/>
                <a:cs typeface="Aptos Display"/>
              </a:defRPr>
            </a:defPPr>
          </a:lstStyle>
          <a:p xmlns:a="http://schemas.openxmlformats.org/drawingml/2006/main">
            <a:pPr algn="l">
              <a:defRPr sz="3600" b="1">
                <a:solidFill>
                  <a:srgbClr val="070E73"/>
                </a:solidFill>
                <a:latin typeface="Aptos Display"/>
                <a:ea typeface="Aptos Display"/>
                <a:cs typeface="Aptos Display"/>
              </a:defRPr>
            </a:pPr>
            <a:r>
              <a:rPr sz="3600" b="1">
                <a:solidFill>
                  <a:srgbClr val="070E73"/>
                </a:solidFill>
                <a:latin typeface="Aptos Display"/>
                <a:ea typeface="Aptos Display"/>
                <a:cs typeface="Aptos Display"/>
              </a:rPr>
              <a:t>O que já tratamos na análise</a:t>
            </a:r>
          </a:p>
        </p:txBody>
      </p:sp>
      <p:sp>
        <p:nvSpPr>
          <p:cNvPr id="19" name="assunto-0">
            <a:extLst xmlns:a="http://schemas.openxmlformats.org/drawingml/2006/main">
              <a:ext uri="{FF2B5EF4-FFF2-40B4-BE49-F238E27FC236}">
                <a16:creationId xmlns:a16="http://schemas.microsoft.com/office/drawing/2014/main" id="{0F9AC3D8-2D6D-4FCE-BE25-B3A9D2F077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2600325"/>
            <a:ext cx="319087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325" b="1">
                <a:solidFill>
                  <a:srgbClr val="070E73"/>
                </a:solidFill>
                <a:latin typeface="Aptos Display"/>
                <a:ea typeface="Aptos Display"/>
                <a:cs typeface="Aptos Display"/>
              </a:defRPr>
            </a:defPPr>
          </a:lstStyle>
          <a:p xmlns:a="http://schemas.openxmlformats.org/drawingml/2006/main">
            <a:pPr algn="l">
              <a:defRPr sz="2325" b="1">
                <a:solidFill>
                  <a:srgbClr val="070E73"/>
                </a:solidFill>
                <a:latin typeface="Aptos Display"/>
                <a:ea typeface="Aptos Display"/>
                <a:cs typeface="Aptos Display"/>
              </a:defRPr>
            </a:pPr>
            <a:r>
              <a:rPr sz="2325" b="1">
                <a:solidFill>
                  <a:srgbClr val="070E73"/>
                </a:solidFill>
                <a:latin typeface="Aptos Display"/>
                <a:ea typeface="Aptos Display"/>
                <a:cs typeface="Aptos Display"/>
              </a:rPr>
              <a:t>Enquadramento</a:t>
            </a:r>
          </a:p>
        </p:txBody>
      </p:sp>
      <p:sp>
        <p:nvSpPr>
          <p:cNvPr id="20" name="detalhe-0">
            <a:extLst xmlns:a="http://schemas.openxmlformats.org/drawingml/2006/main">
              <a:ext uri="{FF2B5EF4-FFF2-40B4-BE49-F238E27FC236}">
                <a16:creationId xmlns:a16="http://schemas.microsoft.com/office/drawing/2014/main" id="{08DF39D5-FE9D-4CDD-B27E-312210C5B1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14875" y="2600325"/>
            <a:ext cx="6048375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75" b="0">
                <a:solidFill>
                  <a:srgbClr val="070E73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 algn="l">
              <a:defRPr sz="2175" b="0">
                <a:solidFill>
                  <a:srgbClr val="070E73"/>
                </a:solidFill>
                <a:latin typeface="Aptos"/>
                <a:ea typeface="Aptos"/>
                <a:cs typeface="Aptos"/>
              </a:defRPr>
            </a:pPr>
            <a:r>
              <a:rPr sz="2175" b="0">
                <a:solidFill>
                  <a:srgbClr val="070E73"/>
                </a:solidFill>
                <a:latin typeface="Aptos"/>
                <a:ea typeface="Aptos"/>
                <a:cs typeface="Aptos"/>
              </a:rPr>
              <a:t>Qual serviço corresponde à execução e</a:t>
            </a:r>
          </a:p>
          <a:p xmlns:a="http://schemas.openxmlformats.org/drawingml/2006/main">
            <a:pPr algn="l">
              <a:defRPr sz="2175" b="0">
                <a:solidFill>
                  <a:srgbClr val="070E73"/>
                </a:solidFill>
                <a:latin typeface="Aptos"/>
                <a:ea typeface="Aptos"/>
                <a:cs typeface="Aptos"/>
              </a:defRPr>
            </a:pPr>
            <a:r>
              <a:rPr sz="2175" b="0">
                <a:solidFill>
                  <a:srgbClr val="070E73"/>
                </a:solidFill>
                <a:latin typeface="Aptos"/>
                <a:ea typeface="Aptos"/>
                <a:cs typeface="Aptos"/>
              </a:rPr>
              <a:t>quando a troca precisa de correção.</a:t>
            </a:r>
          </a:p>
        </p:txBody>
      </p:sp>
      <p:sp>
        <p:nvSpPr>
          <p:cNvPr id="21" name="assunto-1">
            <a:extLst xmlns:a="http://schemas.openxmlformats.org/drawingml/2006/main">
              <a:ext uri="{FF2B5EF4-FFF2-40B4-BE49-F238E27FC236}">
                <a16:creationId xmlns:a16="http://schemas.microsoft.com/office/drawing/2014/main" id="{C6C049EC-D681-4F89-AFBB-143D2E93AC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3390900"/>
            <a:ext cx="319087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325" b="1">
                <a:solidFill>
                  <a:srgbClr val="070E73"/>
                </a:solidFill>
                <a:latin typeface="Aptos Display"/>
                <a:ea typeface="Aptos Display"/>
                <a:cs typeface="Aptos Display"/>
              </a:defRPr>
            </a:defPPr>
          </a:lstStyle>
          <a:p xmlns:a="http://schemas.openxmlformats.org/drawingml/2006/main">
            <a:pPr algn="l">
              <a:defRPr sz="2325" b="1">
                <a:solidFill>
                  <a:srgbClr val="070E73"/>
                </a:solidFill>
                <a:latin typeface="Aptos Display"/>
                <a:ea typeface="Aptos Display"/>
                <a:cs typeface="Aptos Display"/>
              </a:defRPr>
            </a:pPr>
            <a:r>
              <a:rPr sz="2325" b="1">
                <a:solidFill>
                  <a:srgbClr val="070E73"/>
                </a:solidFill>
                <a:latin typeface="Aptos Display"/>
                <a:ea typeface="Aptos Display"/>
                <a:cs typeface="Aptos Display"/>
              </a:rPr>
              <a:t>Desdobros</a:t>
            </a:r>
          </a:p>
        </p:txBody>
      </p:sp>
      <p:sp>
        <p:nvSpPr>
          <p:cNvPr id="22" name="detalhe-1">
            <a:extLst xmlns:a="http://schemas.openxmlformats.org/drawingml/2006/main">
              <a:ext uri="{FF2B5EF4-FFF2-40B4-BE49-F238E27FC236}">
                <a16:creationId xmlns:a16="http://schemas.microsoft.com/office/drawing/2014/main" id="{BE4462C3-9C06-4A86-B32B-9FDF3BE890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14875" y="3390900"/>
            <a:ext cx="6048375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75" b="0">
                <a:solidFill>
                  <a:srgbClr val="070E73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 algn="l">
              <a:defRPr sz="2175" b="0">
                <a:solidFill>
                  <a:srgbClr val="070E73"/>
                </a:solidFill>
                <a:latin typeface="Aptos"/>
                <a:ea typeface="Aptos"/>
                <a:cs typeface="Aptos"/>
              </a:defRPr>
            </a:pPr>
            <a:r>
              <a:rPr sz="2175" b="0">
                <a:solidFill>
                  <a:srgbClr val="070E73"/>
                </a:solidFill>
                <a:latin typeface="Aptos"/>
                <a:ea typeface="Aptos"/>
                <a:cs typeface="Aptos"/>
              </a:rPr>
              <a:t>O que cabe no Executado ou no Posterior</a:t>
            </a:r>
          </a:p>
          <a:p xmlns:a="http://schemas.openxmlformats.org/drawingml/2006/main">
            <a:pPr algn="l">
              <a:defRPr sz="2175" b="0">
                <a:solidFill>
                  <a:srgbClr val="070E73"/>
                </a:solidFill>
                <a:latin typeface="Aptos"/>
                <a:ea typeface="Aptos"/>
                <a:cs typeface="Aptos"/>
              </a:defRPr>
            </a:pPr>
            <a:r>
              <a:rPr sz="2175" b="0">
                <a:solidFill>
                  <a:srgbClr val="070E73"/>
                </a:solidFill>
                <a:latin typeface="Aptos"/>
                <a:ea typeface="Aptos"/>
                <a:cs typeface="Aptos"/>
              </a:rPr>
              <a:t>e se há base para manter o adicional.</a:t>
            </a:r>
          </a:p>
        </p:txBody>
      </p:sp>
      <p:sp>
        <p:nvSpPr>
          <p:cNvPr id="23" name="assunto-2">
            <a:extLst xmlns:a="http://schemas.openxmlformats.org/drawingml/2006/main">
              <a:ext uri="{FF2B5EF4-FFF2-40B4-BE49-F238E27FC236}">
                <a16:creationId xmlns:a16="http://schemas.microsoft.com/office/drawing/2014/main" id="{85739745-F977-4865-AC59-65D33128FE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4181475"/>
            <a:ext cx="319087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325" b="1">
                <a:solidFill>
                  <a:srgbClr val="070E73"/>
                </a:solidFill>
                <a:latin typeface="Aptos Display"/>
                <a:ea typeface="Aptos Display"/>
                <a:cs typeface="Aptos Display"/>
              </a:defRPr>
            </a:defPPr>
          </a:lstStyle>
          <a:p xmlns:a="http://schemas.openxmlformats.org/drawingml/2006/main">
            <a:pPr algn="l">
              <a:defRPr sz="2325" b="1">
                <a:solidFill>
                  <a:srgbClr val="070E73"/>
                </a:solidFill>
                <a:latin typeface="Aptos Display"/>
                <a:ea typeface="Aptos Display"/>
                <a:cs typeface="Aptos Display"/>
              </a:defRPr>
            </a:pPr>
            <a:r>
              <a:rPr sz="2325" b="1">
                <a:solidFill>
                  <a:srgbClr val="070E73"/>
                </a:solidFill>
                <a:latin typeface="Aptos Display"/>
                <a:ea typeface="Aptos Display"/>
                <a:cs typeface="Aptos Display"/>
              </a:rPr>
              <a:t>Critérios do serviço</a:t>
            </a:r>
          </a:p>
        </p:txBody>
      </p:sp>
      <p:sp>
        <p:nvSpPr>
          <p:cNvPr id="24" name="detalhe-2">
            <a:extLst xmlns:a="http://schemas.openxmlformats.org/drawingml/2006/main">
              <a:ext uri="{FF2B5EF4-FFF2-40B4-BE49-F238E27FC236}">
                <a16:creationId xmlns:a16="http://schemas.microsoft.com/office/drawing/2014/main" id="{EB4FB162-89FE-4205-977F-8A077CCC6F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14875" y="4181475"/>
            <a:ext cx="6048375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75" b="0">
                <a:solidFill>
                  <a:srgbClr val="070E73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 algn="l">
              <a:defRPr sz="2175" b="0">
                <a:solidFill>
                  <a:srgbClr val="070E73"/>
                </a:solidFill>
                <a:latin typeface="Aptos"/>
                <a:ea typeface="Aptos"/>
                <a:cs typeface="Aptos"/>
              </a:defRPr>
            </a:pPr>
            <a:r>
              <a:rPr sz="2175" b="0">
                <a:solidFill>
                  <a:srgbClr val="070E73"/>
                </a:solidFill>
                <a:latin typeface="Aptos"/>
                <a:ea typeface="Aptos"/>
                <a:cs typeface="Aptos"/>
              </a:rPr>
              <a:t>Aferição, metragem e condições de</a:t>
            </a:r>
          </a:p>
          <a:p xmlns:a="http://schemas.openxmlformats.org/drawingml/2006/main">
            <a:pPr algn="l">
              <a:defRPr sz="2175" b="0">
                <a:solidFill>
                  <a:srgbClr val="070E73"/>
                </a:solidFill>
                <a:latin typeface="Aptos"/>
                <a:ea typeface="Aptos"/>
                <a:cs typeface="Aptos"/>
              </a:defRPr>
            </a:pPr>
            <a:r>
              <a:rPr sz="2175" b="0">
                <a:solidFill>
                  <a:srgbClr val="070E73"/>
                </a:solidFill>
                <a:latin typeface="Aptos"/>
                <a:ea typeface="Aptos"/>
                <a:cs typeface="Aptos"/>
              </a:rPr>
              <a:t>execução previstas na base.</a:t>
            </a:r>
          </a:p>
        </p:txBody>
      </p:sp>
      <p:sp>
        <p:nvSpPr>
          <p:cNvPr id="25" name="assunto-3">
            <a:extLst xmlns:a="http://schemas.openxmlformats.org/drawingml/2006/main">
              <a:ext uri="{FF2B5EF4-FFF2-40B4-BE49-F238E27FC236}">
                <a16:creationId xmlns:a16="http://schemas.microsoft.com/office/drawing/2014/main" id="{3F66F407-71B9-4774-9AD6-31E7E7EB2E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4972050"/>
            <a:ext cx="319087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325" b="1">
                <a:solidFill>
                  <a:srgbClr val="070E73"/>
                </a:solidFill>
                <a:latin typeface="Aptos Display"/>
                <a:ea typeface="Aptos Display"/>
                <a:cs typeface="Aptos Display"/>
              </a:defRPr>
            </a:defPPr>
          </a:lstStyle>
          <a:p xmlns:a="http://schemas.openxmlformats.org/drawingml/2006/main">
            <a:pPr algn="l">
              <a:defRPr sz="2325" b="1">
                <a:solidFill>
                  <a:srgbClr val="070E73"/>
                </a:solidFill>
                <a:latin typeface="Aptos Display"/>
                <a:ea typeface="Aptos Display"/>
                <a:cs typeface="Aptos Display"/>
              </a:defRPr>
            </a:pPr>
            <a:r>
              <a:rPr sz="2325" b="1">
                <a:solidFill>
                  <a:srgbClr val="070E73"/>
                </a:solidFill>
                <a:latin typeface="Aptos Display"/>
                <a:ea typeface="Aptos Display"/>
                <a:cs typeface="Aptos Display"/>
              </a:rPr>
              <a:t>Contexto operacional</a:t>
            </a:r>
          </a:p>
        </p:txBody>
      </p:sp>
      <p:sp>
        <p:nvSpPr>
          <p:cNvPr id="26" name="detalhe-3">
            <a:extLst xmlns:a="http://schemas.openxmlformats.org/drawingml/2006/main">
              <a:ext uri="{FF2B5EF4-FFF2-40B4-BE49-F238E27FC236}">
                <a16:creationId xmlns:a16="http://schemas.microsoft.com/office/drawing/2014/main" id="{192E7486-8250-41D5-9650-3C0EB0BA96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14875" y="4972050"/>
            <a:ext cx="6048375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75" b="0">
                <a:solidFill>
                  <a:srgbClr val="070E73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 algn="l">
              <a:defRPr sz="2175" b="0">
                <a:solidFill>
                  <a:srgbClr val="070E73"/>
                </a:solidFill>
                <a:latin typeface="Aptos"/>
                <a:ea typeface="Aptos"/>
                <a:cs typeface="Aptos"/>
              </a:defRPr>
            </a:pPr>
            <a:r>
              <a:rPr sz="2175" b="0">
                <a:solidFill>
                  <a:srgbClr val="070E73"/>
                </a:solidFill>
                <a:latin typeface="Aptos"/>
                <a:ea typeface="Aptos"/>
                <a:cs typeface="Aptos"/>
              </a:rPr>
              <a:t>Equipe, superintendência e frente</a:t>
            </a:r>
          </a:p>
          <a:p xmlns:a="http://schemas.openxmlformats.org/drawingml/2006/main">
            <a:pPr algn="l">
              <a:defRPr sz="2175" b="0">
                <a:solidFill>
                  <a:srgbClr val="070E73"/>
                </a:solidFill>
                <a:latin typeface="Aptos"/>
                <a:ea typeface="Aptos"/>
                <a:cs typeface="Aptos"/>
              </a:defRPr>
            </a:pPr>
            <a:r>
              <a:rPr sz="2175" b="0">
                <a:solidFill>
                  <a:srgbClr val="070E73"/>
                </a:solidFill>
                <a:latin typeface="Aptos"/>
                <a:ea typeface="Aptos"/>
                <a:cs typeface="Aptos"/>
              </a:rPr>
              <a:t>quando isso muda a regra aplicável.</a:t>
            </a:r>
          </a:p>
        </p:txBody>
      </p:sp>
    </p:spTree>
    <p:extLst>
      <p:ext uri="{BB962C8B-B14F-4D97-AF65-F5344CB8AC3E}">
        <p14:creationId xmlns:p14="http://schemas.microsoft.com/office/powerpoint/2010/main" val="1259437899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9" name="Picture 2">
            <a:extLst xmlns:a="http://schemas.openxmlformats.org/drawingml/2006/main">
              <a:ext uri="{FF2B5EF4-FFF2-40B4-BE49-F238E27FC236}">
                <a16:creationId xmlns:a16="http://schemas.microsoft.com/office/drawing/2014/main" id="{DB7D6B86-023A-47B3-9B31-BFC86EF74E83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b81bea2e7ce450c"/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pic>
        <p:nvPicPr>
          <p:cNvPr id="6" name="Graphic 1">
            <a:extLst xmlns:a="http://schemas.openxmlformats.org/drawingml/2006/main">
              <a:ext uri="{FF2B5EF4-FFF2-40B4-BE49-F238E27FC236}">
                <a16:creationId xmlns:a16="http://schemas.microsoft.com/office/drawing/2014/main" id="{C39B20F2-CADF-459E-9784-818F9622A436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b81bea2e7ce450c">
            <a:extLst>
              <a:ext uri="{96DAC541-7B7A-43D3-8B79-37D633B846F1}">
                <asvg:svgBlip xmlns:asvg="http://schemas.microsoft.com/office/drawing/2016/SVG/main" r:embed="Rcc31fbc99c47448f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0961253" y="6418396"/>
            <a:ext cx="954951" cy="260544"/>
          </a:xfrm>
          <a:prstGeom xmlns:a="http://schemas.openxmlformats.org/drawingml/2006/main" prst="rect">
            <a:avLst/>
          </a:prstGeom>
        </p:spPr>
      </p:pic>
      <p:sp>
        <p:nvSpPr>
          <p:cNvPr id="17" name="CaixaDeTexto 16">
            <a:extLst xmlns:a="http://schemas.openxmlformats.org/drawingml/2006/main">
              <a:ext uri="{FF2B5EF4-FFF2-40B4-BE49-F238E27FC236}">
                <a16:creationId xmlns:a16="http://schemas.microsoft.com/office/drawing/2014/main" id="{2658AB85-F832-39C9-57C9-ECDEBC7377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3746" y="1287304"/>
            <a:ext cx="10164509" cy="4733258"/>
          </a:xfrm>
          <a:prstGeom xmlns:a="http://schemas.openxmlformats.org/drawingml/2006/main" prst="flowChartAlternateProcess">
            <a:avLst/>
          </a:prstGeom>
          <a:ln xmlns:a="http://schemas.openxmlformats.org/drawingml/2006/main">
            <a:solidFill>
              <a:srgbClr val="070E73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1">
            <a:schemeClr val="l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dk1"/>
          </a:fontRef>
        </p:style>
        <p:txBody>
          <a:bodyPr xmlns:a="http://schemas.openxmlformats.org/drawingml/2006/main" wrap="square">
            <a:noAutofit/>
          </a:bodyPr>
          <a:lstStyle xmlns:a="http://schemas.openxmlformats.org/drawingml/2006/main"/>
          <a:p xmlns:a="http://schemas.openxmlformats.org/drawingml/2006/main">
            <a:r>
              <a:rPr sz="4000" b="1">
                <a:solidFill>
                  <a:srgbClr val="070E73"/>
                </a:solidFill>
              </a:rPr>
              <a:t/>
            </a:r>
          </a:p>
        </p:txBody>
      </p:sp>
      <p:sp>
        <p:nvSpPr>
          <p:cNvPr id="18" name="titulo">
            <a:extLst xmlns:a="http://schemas.openxmlformats.org/drawingml/2006/main">
              <a:ext uri="{FF2B5EF4-FFF2-40B4-BE49-F238E27FC236}">
                <a16:creationId xmlns:a16="http://schemas.microsoft.com/office/drawing/2014/main" id="{CD2F6A09-296A-4225-921E-B033FC2D63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1581150"/>
            <a:ext cx="9525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600" b="1">
                <a:solidFill>
                  <a:srgbClr val="070E73"/>
                </a:solidFill>
                <a:latin typeface="Aptos Display"/>
                <a:ea typeface="Aptos Display"/>
                <a:cs typeface="Aptos Display"/>
              </a:defRPr>
            </a:defPPr>
          </a:lstStyle>
          <a:p xmlns:a="http://schemas.openxmlformats.org/drawingml/2006/main">
            <a:pPr algn="l">
              <a:defRPr sz="3600" b="1">
                <a:solidFill>
                  <a:srgbClr val="070E73"/>
                </a:solidFill>
                <a:latin typeface="Aptos Display"/>
                <a:ea typeface="Aptos Display"/>
                <a:cs typeface="Aptos Display"/>
              </a:defRPr>
            </a:pPr>
            <a:r>
              <a:rPr sz="3600" b="1">
                <a:solidFill>
                  <a:srgbClr val="070E73"/>
                </a:solidFill>
                <a:latin typeface="Aptos Display"/>
                <a:ea typeface="Aptos Display"/>
                <a:cs typeface="Aptos Display"/>
              </a:rPr>
              <a:t>Serviços e conhecimento cadastrados</a:t>
            </a:r>
          </a:p>
        </p:txBody>
      </p:sp>
      <p:sp>
        <p:nvSpPr>
          <p:cNvPr id="19" name="servicos">
            <a:extLst xmlns:a="http://schemas.openxmlformats.org/drawingml/2006/main">
              <a:ext uri="{FF2B5EF4-FFF2-40B4-BE49-F238E27FC236}">
                <a16:creationId xmlns:a16="http://schemas.microsoft.com/office/drawing/2014/main" id="{E42681AE-21D5-441E-B6AE-BDC59D7664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2638425"/>
            <a:ext cx="46672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300" b="1">
                <a:solidFill>
                  <a:srgbClr val="070E73"/>
                </a:solidFill>
                <a:latin typeface="Aptos Display"/>
                <a:ea typeface="Aptos Display"/>
                <a:cs typeface="Aptos Display"/>
              </a:defRPr>
            </a:defPPr>
          </a:lstStyle>
          <a:p xmlns:a="http://schemas.openxmlformats.org/drawingml/2006/main">
            <a:pPr algn="l">
              <a:defRPr sz="3300" b="1">
                <a:solidFill>
                  <a:srgbClr val="070E73"/>
                </a:solidFill>
                <a:latin typeface="Aptos Display"/>
                <a:ea typeface="Aptos Display"/>
                <a:cs typeface="Aptos Display"/>
              </a:defRPr>
            </a:pPr>
            <a:r>
              <a:rPr sz="3300" b="1">
                <a:solidFill>
                  <a:srgbClr val="070E73"/>
                </a:solidFill>
                <a:latin typeface="Aptos Display"/>
                <a:ea typeface="Aptos Display"/>
                <a:cs typeface="Aptos Display"/>
              </a:rPr>
              <a:t>36 serviços cadastrados</a:t>
            </a:r>
          </a:p>
        </p:txBody>
      </p:sp>
      <p:sp>
        <p:nvSpPr>
          <p:cNvPr id="20" name="regras">
            <a:extLst xmlns:a="http://schemas.openxmlformats.org/drawingml/2006/main">
              <a:ext uri="{FF2B5EF4-FFF2-40B4-BE49-F238E27FC236}">
                <a16:creationId xmlns:a16="http://schemas.microsoft.com/office/drawing/2014/main" id="{3AF4225F-DD99-42B4-B73D-093FBA0098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638425"/>
            <a:ext cx="4619625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225" b="1">
                <a:solidFill>
                  <a:srgbClr val="070E73"/>
                </a:solidFill>
                <a:latin typeface="Aptos Display"/>
                <a:ea typeface="Aptos Display"/>
                <a:cs typeface="Aptos Display"/>
              </a:defRPr>
            </a:defPPr>
          </a:lstStyle>
          <a:p xmlns:a="http://schemas.openxmlformats.org/drawingml/2006/main">
            <a:pPr algn="l">
              <a:defRPr sz="3225" b="1">
                <a:solidFill>
                  <a:srgbClr val="070E73"/>
                </a:solidFill>
                <a:latin typeface="Aptos Display"/>
                <a:ea typeface="Aptos Display"/>
                <a:cs typeface="Aptos Display"/>
              </a:defRPr>
            </a:pPr>
            <a:r>
              <a:rPr sz="3225" b="1">
                <a:solidFill>
                  <a:srgbClr val="070E73"/>
                </a:solidFill>
                <a:latin typeface="Aptos Display"/>
                <a:ea typeface="Aptos Display"/>
                <a:cs typeface="Aptos Display"/>
              </a:rPr>
              <a:t>99 regras e orientações</a:t>
            </a:r>
          </a:p>
        </p:txBody>
      </p:sp>
      <p:sp>
        <p:nvSpPr>
          <p:cNvPr id="21" name="familias">
            <a:extLst xmlns:a="http://schemas.openxmlformats.org/drawingml/2006/main">
              <a:ext uri="{FF2B5EF4-FFF2-40B4-BE49-F238E27FC236}">
                <a16:creationId xmlns:a16="http://schemas.microsoft.com/office/drawing/2014/main" id="{B59FA283-66F6-443C-8447-7696F2382C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3886200"/>
            <a:ext cx="9477375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0">
                <a:solidFill>
                  <a:srgbClr val="070E73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 algn="l">
              <a:defRPr sz="2250" b="0">
                <a:solidFill>
                  <a:srgbClr val="070E73"/>
                </a:solidFill>
                <a:latin typeface="Aptos"/>
                <a:ea typeface="Aptos"/>
                <a:cs typeface="Aptos"/>
              </a:defRPr>
            </a:pPr>
            <a:r>
              <a:rPr sz="2250" b="0">
                <a:solidFill>
                  <a:srgbClr val="070E73"/>
                </a:solidFill>
                <a:latin typeface="Aptos"/>
                <a:ea typeface="Aptos"/>
                <a:cs typeface="Aptos"/>
              </a:rPr>
              <a:t>Reparos de cavalete, ramal e rede. Substituições de registro e HD.</a:t>
            </a:r>
          </a:p>
          <a:p xmlns:a="http://schemas.openxmlformats.org/drawingml/2006/main">
            <a:pPr algn="l">
              <a:defRPr sz="2250" b="0">
                <a:solidFill>
                  <a:srgbClr val="070E73"/>
                </a:solidFill>
                <a:latin typeface="Aptos"/>
                <a:ea typeface="Aptos"/>
                <a:cs typeface="Aptos"/>
              </a:defRPr>
            </a:pPr>
            <a:r>
              <a:rPr sz="2250" b="0">
                <a:solidFill>
                  <a:srgbClr val="070E73"/>
                </a:solidFill>
                <a:latin typeface="Aptos"/>
                <a:ea typeface="Aptos"/>
                <a:cs typeface="Aptos"/>
              </a:rPr>
              <a:t>Reaterro e repavimentação. Corte, religação e outros serviços.</a:t>
            </a:r>
          </a:p>
        </p:txBody>
      </p:sp>
      <p:sp>
        <p:nvSpPr>
          <p:cNvPr id="22" name="fechamento">
            <a:extLst xmlns:a="http://schemas.openxmlformats.org/drawingml/2006/main">
              <a:ext uri="{FF2B5EF4-FFF2-40B4-BE49-F238E27FC236}">
                <a16:creationId xmlns:a16="http://schemas.microsoft.com/office/drawing/2014/main" id="{9072C96F-ECA8-47AF-A8F0-67CA84A0BB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5381625"/>
            <a:ext cx="94773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1">
                <a:solidFill>
                  <a:srgbClr val="070E73"/>
                </a:solidFill>
                <a:latin typeface="Aptos Display"/>
                <a:ea typeface="Aptos Display"/>
                <a:cs typeface="Aptos Display"/>
              </a:defRPr>
            </a:defPPr>
          </a:lstStyle>
          <a:p xmlns:a="http://schemas.openxmlformats.org/drawingml/2006/main">
            <a:pPr algn="l">
              <a:defRPr sz="1950" b="1">
                <a:solidFill>
                  <a:srgbClr val="070E73"/>
                </a:solidFill>
                <a:latin typeface="Aptos Display"/>
                <a:ea typeface="Aptos Display"/>
                <a:cs typeface="Aptos Display"/>
              </a:defRPr>
            </a:pPr>
            <a:r>
              <a:rPr sz="1950" b="1">
                <a:solidFill>
                  <a:srgbClr val="070E73"/>
                </a:solidFill>
                <a:latin typeface="Aptos Display"/>
                <a:ea typeface="Aptos Display"/>
                <a:cs typeface="Aptos Display"/>
              </a:rPr>
              <a:t>A cobertura varia por serviço. A base continua em ampliação.</a:t>
            </a:r>
          </a:p>
        </p:txBody>
      </p:sp>
    </p:spTree>
    <p:extLst>
      <p:ext uri="{BB962C8B-B14F-4D97-AF65-F5344CB8AC3E}">
        <p14:creationId xmlns:p14="http://schemas.microsoft.com/office/powerpoint/2010/main" val="1259437899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9" name="Picture 2">
            <a:extLst xmlns:a="http://schemas.openxmlformats.org/drawingml/2006/main">
              <a:ext uri="{FF2B5EF4-FFF2-40B4-BE49-F238E27FC236}">
                <a16:creationId xmlns:a16="http://schemas.microsoft.com/office/drawing/2014/main" id="{DB7D6B86-023A-47B3-9B31-BFC86EF74E83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bf11de5f8434a08"/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pic>
        <p:nvPicPr>
          <p:cNvPr id="6" name="Graphic 1">
            <a:extLst xmlns:a="http://schemas.openxmlformats.org/drawingml/2006/main">
              <a:ext uri="{FF2B5EF4-FFF2-40B4-BE49-F238E27FC236}">
                <a16:creationId xmlns:a16="http://schemas.microsoft.com/office/drawing/2014/main" id="{C39B20F2-CADF-459E-9784-818F9622A436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bf11de5f8434a08">
            <a:extLst>
              <a:ext uri="{96DAC541-7B7A-43D3-8B79-37D633B846F1}">
                <asvg:svgBlip xmlns:asvg="http://schemas.microsoft.com/office/drawing/2016/SVG/main" r:embed="Raa3fbe4f0ae74f47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0961253" y="6418396"/>
            <a:ext cx="954951" cy="260544"/>
          </a:xfrm>
          <a:prstGeom xmlns:a="http://schemas.openxmlformats.org/drawingml/2006/main" prst="rect">
            <a:avLst/>
          </a:prstGeom>
        </p:spPr>
      </p:pic>
      <p:sp>
        <p:nvSpPr>
          <p:cNvPr id="17" name="CaixaDeTexto 16">
            <a:extLst xmlns:a="http://schemas.openxmlformats.org/drawingml/2006/main">
              <a:ext uri="{FF2B5EF4-FFF2-40B4-BE49-F238E27FC236}">
                <a16:creationId xmlns:a16="http://schemas.microsoft.com/office/drawing/2014/main" id="{2658AB85-F832-39C9-57C9-ECDEBC7377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3746" y="1287304"/>
            <a:ext cx="10164509" cy="4733258"/>
          </a:xfrm>
          <a:prstGeom xmlns:a="http://schemas.openxmlformats.org/drawingml/2006/main" prst="flowChartAlternateProcess">
            <a:avLst/>
          </a:prstGeom>
          <a:ln xmlns:a="http://schemas.openxmlformats.org/drawingml/2006/main">
            <a:solidFill>
              <a:srgbClr val="070E73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1">
            <a:schemeClr val="l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dk1"/>
          </a:fontRef>
        </p:style>
        <p:txBody>
          <a:bodyPr xmlns:a="http://schemas.openxmlformats.org/drawingml/2006/main" wrap="square">
            <a:noAutofit/>
          </a:bodyPr>
          <a:lstStyle xmlns:a="http://schemas.openxmlformats.org/drawingml/2006/main"/>
          <a:p xmlns:a="http://schemas.openxmlformats.org/drawingml/2006/main">
            <a:r>
              <a:rPr sz="4000" b="1">
                <a:solidFill>
                  <a:srgbClr val="070E73"/>
                </a:solidFill>
              </a:rPr>
              <a:t/>
            </a:r>
          </a:p>
        </p:txBody>
      </p:sp>
      <p:sp>
        <p:nvSpPr>
          <p:cNvPr id="18" name="titulo">
            <a:extLst xmlns:a="http://schemas.openxmlformats.org/drawingml/2006/main">
              <a:ext uri="{FF2B5EF4-FFF2-40B4-BE49-F238E27FC236}">
                <a16:creationId xmlns:a16="http://schemas.microsoft.com/office/drawing/2014/main" id="{6D501C3C-73FB-48FD-8086-08E82321A4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1581150"/>
            <a:ext cx="9525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600" b="1">
                <a:solidFill>
                  <a:srgbClr val="070E73"/>
                </a:solidFill>
                <a:latin typeface="Aptos Display"/>
                <a:ea typeface="Aptos Display"/>
                <a:cs typeface="Aptos Display"/>
              </a:defRPr>
            </a:defPPr>
          </a:lstStyle>
          <a:p xmlns:a="http://schemas.openxmlformats.org/drawingml/2006/main">
            <a:pPr algn="l">
              <a:defRPr sz="3600" b="1">
                <a:solidFill>
                  <a:srgbClr val="070E73"/>
                </a:solidFill>
                <a:latin typeface="Aptos Display"/>
                <a:ea typeface="Aptos Display"/>
                <a:cs typeface="Aptos Display"/>
              </a:defRPr>
            </a:pPr>
            <a:r>
              <a:rPr sz="3600" b="1">
                <a:solidFill>
                  <a:srgbClr val="070E73"/>
                </a:solidFill>
                <a:latin typeface="Aptos Display"/>
                <a:ea typeface="Aptos Display"/>
                <a:cs typeface="Aptos Display"/>
              </a:rPr>
              <a:t>Parametrização dentro da análise</a:t>
            </a:r>
          </a:p>
        </p:txBody>
      </p:sp>
      <p:sp>
        <p:nvSpPr>
          <p:cNvPr id="19" name="grupo-0">
            <a:extLst xmlns:a="http://schemas.openxmlformats.org/drawingml/2006/main">
              <a:ext uri="{FF2B5EF4-FFF2-40B4-BE49-F238E27FC236}">
                <a16:creationId xmlns:a16="http://schemas.microsoft.com/office/drawing/2014/main" id="{69519A10-16CB-4E5A-9517-F851F9A6B4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2552700"/>
            <a:ext cx="94773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400" b="1">
                <a:solidFill>
                  <a:srgbClr val="070E73"/>
                </a:solidFill>
                <a:latin typeface="Aptos Display"/>
                <a:ea typeface="Aptos Display"/>
                <a:cs typeface="Aptos Display"/>
              </a:defRPr>
            </a:defPPr>
          </a:lstStyle>
          <a:p xmlns:a="http://schemas.openxmlformats.org/drawingml/2006/main">
            <a:pPr algn="l">
              <a:defRPr sz="2400" b="1">
                <a:solidFill>
                  <a:srgbClr val="070E73"/>
                </a:solidFill>
                <a:latin typeface="Aptos Display"/>
                <a:ea typeface="Aptos Display"/>
                <a:cs typeface="Aptos Display"/>
              </a:defRPr>
            </a:pPr>
            <a:r>
              <a:rPr sz="2400" b="1">
                <a:solidFill>
                  <a:srgbClr val="070E73"/>
                </a:solidFill>
                <a:latin typeface="Aptos Display"/>
                <a:ea typeface="Aptos Display"/>
                <a:cs typeface="Aptos Display"/>
              </a:rPr>
              <a:t>Troca de Serviço</a:t>
            </a:r>
          </a:p>
        </p:txBody>
      </p:sp>
      <p:sp>
        <p:nvSpPr>
          <p:cNvPr id="20" name="explicacao-0">
            <a:extLst xmlns:a="http://schemas.openxmlformats.org/drawingml/2006/main">
              <a:ext uri="{FF2B5EF4-FFF2-40B4-BE49-F238E27FC236}">
                <a16:creationId xmlns:a16="http://schemas.microsoft.com/office/drawing/2014/main" id="{8B68B97E-9EB1-4A55-92E8-22118A9960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2971800"/>
            <a:ext cx="947737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75" b="0">
                <a:solidFill>
                  <a:srgbClr val="070E73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 algn="l">
              <a:defRPr sz="2175" b="0">
                <a:solidFill>
                  <a:srgbClr val="070E73"/>
                </a:solidFill>
                <a:latin typeface="Aptos"/>
                <a:ea typeface="Aptos"/>
                <a:cs typeface="Aptos"/>
              </a:defRPr>
            </a:pPr>
            <a:r>
              <a:rPr sz="2175" b="0">
                <a:solidFill>
                  <a:srgbClr val="070E73"/>
                </a:solidFill>
                <a:latin typeface="Aptos"/>
                <a:ea typeface="Aptos"/>
                <a:cs typeface="Aptos"/>
              </a:rPr>
              <a:t>Orienta o enquadramento e considera as opções disponíveis.</a:t>
            </a:r>
          </a:p>
        </p:txBody>
      </p:sp>
      <p:sp>
        <p:nvSpPr>
          <p:cNvPr id="21" name="grupo-1">
            <a:extLst xmlns:a="http://schemas.openxmlformats.org/drawingml/2006/main">
              <a:ext uri="{FF2B5EF4-FFF2-40B4-BE49-F238E27FC236}">
                <a16:creationId xmlns:a16="http://schemas.microsoft.com/office/drawing/2014/main" id="{4D1C9690-E6DF-4DB9-A2A1-7EA486679F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3552825"/>
            <a:ext cx="94773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400" b="1">
                <a:solidFill>
                  <a:srgbClr val="070E73"/>
                </a:solidFill>
                <a:latin typeface="Aptos Display"/>
                <a:ea typeface="Aptos Display"/>
                <a:cs typeface="Aptos Display"/>
              </a:defRPr>
            </a:defPPr>
          </a:lstStyle>
          <a:p xmlns:a="http://schemas.openxmlformats.org/drawingml/2006/main">
            <a:pPr algn="l">
              <a:defRPr sz="2400" b="1">
                <a:solidFill>
                  <a:srgbClr val="070E73"/>
                </a:solidFill>
                <a:latin typeface="Aptos Display"/>
                <a:ea typeface="Aptos Display"/>
                <a:cs typeface="Aptos Display"/>
              </a:defRPr>
            </a:pPr>
            <a:r>
              <a:rPr sz="2400" b="1">
                <a:solidFill>
                  <a:srgbClr val="070E73"/>
                </a:solidFill>
                <a:latin typeface="Aptos Display"/>
                <a:ea typeface="Aptos Display"/>
                <a:cs typeface="Aptos Display"/>
              </a:rPr>
              <a:t>Adicional Executado</a:t>
            </a:r>
          </a:p>
        </p:txBody>
      </p:sp>
      <p:sp>
        <p:nvSpPr>
          <p:cNvPr id="22" name="explicacao-1">
            <a:extLst xmlns:a="http://schemas.openxmlformats.org/drawingml/2006/main">
              <a:ext uri="{FF2B5EF4-FFF2-40B4-BE49-F238E27FC236}">
                <a16:creationId xmlns:a16="http://schemas.microsoft.com/office/drawing/2014/main" id="{4CDF6C56-39B1-4816-8D19-30C135CC59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3971925"/>
            <a:ext cx="947737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75" b="0">
                <a:solidFill>
                  <a:srgbClr val="070E73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 algn="l">
              <a:defRPr sz="2175" b="0">
                <a:solidFill>
                  <a:srgbClr val="070E73"/>
                </a:solidFill>
                <a:latin typeface="Aptos"/>
                <a:ea typeface="Aptos"/>
                <a:cs typeface="Aptos"/>
              </a:defRPr>
            </a:pPr>
            <a:r>
              <a:rPr sz="2175" b="0">
                <a:solidFill>
                  <a:srgbClr val="070E73"/>
                </a:solidFill>
                <a:latin typeface="Aptos"/>
                <a:ea typeface="Aptos"/>
                <a:cs typeface="Aptos"/>
              </a:rPr>
              <a:t>Trata a execução adicional e os critérios do próprio serviço.</a:t>
            </a:r>
          </a:p>
        </p:txBody>
      </p:sp>
      <p:sp>
        <p:nvSpPr>
          <p:cNvPr id="23" name="grupo-2">
            <a:extLst xmlns:a="http://schemas.openxmlformats.org/drawingml/2006/main">
              <a:ext uri="{FF2B5EF4-FFF2-40B4-BE49-F238E27FC236}">
                <a16:creationId xmlns:a16="http://schemas.microsoft.com/office/drawing/2014/main" id="{D46A0482-F85E-43E9-AC34-4BD6C3EE40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4552950"/>
            <a:ext cx="94773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400" b="1">
                <a:solidFill>
                  <a:srgbClr val="070E73"/>
                </a:solidFill>
                <a:latin typeface="Aptos Display"/>
                <a:ea typeface="Aptos Display"/>
                <a:cs typeface="Aptos Display"/>
              </a:defRPr>
            </a:defPPr>
          </a:lstStyle>
          <a:p xmlns:a="http://schemas.openxmlformats.org/drawingml/2006/main">
            <a:pPr algn="l">
              <a:defRPr sz="2400" b="1">
                <a:solidFill>
                  <a:srgbClr val="070E73"/>
                </a:solidFill>
                <a:latin typeface="Aptos Display"/>
                <a:ea typeface="Aptos Display"/>
                <a:cs typeface="Aptos Display"/>
              </a:defRPr>
            </a:pPr>
            <a:r>
              <a:rPr sz="2400" b="1">
                <a:solidFill>
                  <a:srgbClr val="070E73"/>
                </a:solidFill>
                <a:latin typeface="Aptos Display"/>
                <a:ea typeface="Aptos Display"/>
                <a:cs typeface="Aptos Display"/>
              </a:rPr>
              <a:t>Adicional Posterior</a:t>
            </a:r>
          </a:p>
        </p:txBody>
      </p:sp>
      <p:sp>
        <p:nvSpPr>
          <p:cNvPr id="24" name="explicacao-2">
            <a:extLst xmlns:a="http://schemas.openxmlformats.org/drawingml/2006/main">
              <a:ext uri="{FF2B5EF4-FFF2-40B4-BE49-F238E27FC236}">
                <a16:creationId xmlns:a16="http://schemas.microsoft.com/office/drawing/2014/main" id="{278D8015-6548-466C-9B90-03B76EBDE0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4972050"/>
            <a:ext cx="947737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75" b="0">
                <a:solidFill>
                  <a:srgbClr val="070E73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 algn="l">
              <a:defRPr sz="2175" b="0">
                <a:solidFill>
                  <a:srgbClr val="070E73"/>
                </a:solidFill>
                <a:latin typeface="Aptos"/>
                <a:ea typeface="Aptos"/>
                <a:cs typeface="Aptos"/>
              </a:defRPr>
            </a:pPr>
            <a:r>
              <a:rPr sz="2175" b="0">
                <a:solidFill>
                  <a:srgbClr val="070E73"/>
                </a:solidFill>
                <a:latin typeface="Aptos"/>
                <a:ea typeface="Aptos"/>
                <a:cs typeface="Aptos"/>
              </a:rPr>
              <a:t>Orienta o retorno necessário e a justificativa do desdobro.</a:t>
            </a:r>
          </a:p>
        </p:txBody>
      </p:sp>
      <p:sp>
        <p:nvSpPr>
          <p:cNvPr id="25" name="servico-original">
            <a:extLst xmlns:a="http://schemas.openxmlformats.org/drawingml/2006/main">
              <a:ext uri="{FF2B5EF4-FFF2-40B4-BE49-F238E27FC236}">
                <a16:creationId xmlns:a16="http://schemas.microsoft.com/office/drawing/2014/main" id="{AEA627D2-256A-45DE-A0C6-CF4210338B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5619750"/>
            <a:ext cx="947737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1">
                <a:solidFill>
                  <a:srgbClr val="070E73"/>
                </a:solidFill>
                <a:latin typeface="Aptos Display"/>
                <a:ea typeface="Aptos Display"/>
                <a:cs typeface="Aptos Display"/>
              </a:defRPr>
            </a:defPPr>
          </a:lstStyle>
          <a:p xmlns:a="http://schemas.openxmlformats.org/drawingml/2006/main">
            <a:pPr algn="l">
              <a:defRPr sz="1800" b="1">
                <a:solidFill>
                  <a:srgbClr val="070E73"/>
                </a:solidFill>
                <a:latin typeface="Aptos Display"/>
                <a:ea typeface="Aptos Display"/>
                <a:cs typeface="Aptos Display"/>
              </a:defRPr>
            </a:pPr>
            <a:r>
              <a:rPr sz="1800" b="1">
                <a:solidFill>
                  <a:srgbClr val="070E73"/>
                </a:solidFill>
                <a:latin typeface="Aptos Display"/>
                <a:ea typeface="Aptos Display"/>
                <a:cs typeface="Aptos Display"/>
              </a:rPr>
              <a:t>Os serviços adicionais também podem ser a OS original.</a:t>
            </a:r>
          </a:p>
        </p:txBody>
      </p:sp>
    </p:spTree>
    <p:extLst>
      <p:ext uri="{BB962C8B-B14F-4D97-AF65-F5344CB8AC3E}">
        <p14:creationId xmlns:p14="http://schemas.microsoft.com/office/powerpoint/2010/main" val="1259437899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9" name="Picture 2">
            <a:extLst xmlns:a="http://schemas.openxmlformats.org/drawingml/2006/main">
              <a:ext uri="{FF2B5EF4-FFF2-40B4-BE49-F238E27FC236}">
                <a16:creationId xmlns:a16="http://schemas.microsoft.com/office/drawing/2014/main" id="{DB7D6B86-023A-47B3-9B31-BFC86EF74E83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66cfad0dbf44501"/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pic>
        <p:nvPicPr>
          <p:cNvPr id="6" name="Graphic 1">
            <a:extLst xmlns:a="http://schemas.openxmlformats.org/drawingml/2006/main">
              <a:ext uri="{FF2B5EF4-FFF2-40B4-BE49-F238E27FC236}">
                <a16:creationId xmlns:a16="http://schemas.microsoft.com/office/drawing/2014/main" id="{C39B20F2-CADF-459E-9784-818F9622A436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66cfad0dbf44501">
            <a:extLst>
              <a:ext uri="{96DAC541-7B7A-43D3-8B79-37D633B846F1}">
                <asvg:svgBlip xmlns:asvg="http://schemas.microsoft.com/office/drawing/2016/SVG/main" r:embed="Ra2ec919d1aa84eb9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0961253" y="6418396"/>
            <a:ext cx="954951" cy="260544"/>
          </a:xfrm>
          <a:prstGeom xmlns:a="http://schemas.openxmlformats.org/drawingml/2006/main" prst="rect">
            <a:avLst/>
          </a:prstGeom>
        </p:spPr>
      </p:pic>
      <p:sp>
        <p:nvSpPr>
          <p:cNvPr id="17" name="CaixaDeTexto 16">
            <a:extLst xmlns:a="http://schemas.openxmlformats.org/drawingml/2006/main">
              <a:ext uri="{FF2B5EF4-FFF2-40B4-BE49-F238E27FC236}">
                <a16:creationId xmlns:a16="http://schemas.microsoft.com/office/drawing/2014/main" id="{2658AB85-F832-39C9-57C9-ECDEBC7377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3746" y="1287304"/>
            <a:ext cx="10164509" cy="4733258"/>
          </a:xfrm>
          <a:prstGeom xmlns:a="http://schemas.openxmlformats.org/drawingml/2006/main" prst="flowChartAlternateProcess">
            <a:avLst/>
          </a:prstGeom>
          <a:ln xmlns:a="http://schemas.openxmlformats.org/drawingml/2006/main">
            <a:solidFill>
              <a:srgbClr val="070E73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1">
            <a:schemeClr val="l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dk1"/>
          </a:fontRef>
        </p:style>
        <p:txBody>
          <a:bodyPr xmlns:a="http://schemas.openxmlformats.org/drawingml/2006/main" wrap="square">
            <a:noAutofit/>
          </a:bodyPr>
          <a:lstStyle xmlns:a="http://schemas.openxmlformats.org/drawingml/2006/main"/>
          <a:p xmlns:a="http://schemas.openxmlformats.org/drawingml/2006/main">
            <a:r>
              <a:rPr sz="4000" b="1">
                <a:solidFill>
                  <a:srgbClr val="070E73"/>
                </a:solidFill>
              </a:rPr>
              <a:t/>
            </a:r>
          </a:p>
        </p:txBody>
      </p:sp>
      <p:sp>
        <p:nvSpPr>
          <p:cNvPr id="18" name="titulo">
            <a:extLst xmlns:a="http://schemas.openxmlformats.org/drawingml/2006/main">
              <a:ext uri="{FF2B5EF4-FFF2-40B4-BE49-F238E27FC236}">
                <a16:creationId xmlns:a16="http://schemas.microsoft.com/office/drawing/2014/main" id="{D929539C-2341-413A-A692-B6A3B1C81F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1581150"/>
            <a:ext cx="9525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600" b="1">
                <a:solidFill>
                  <a:srgbClr val="070E73"/>
                </a:solidFill>
                <a:latin typeface="Aptos Display"/>
                <a:ea typeface="Aptos Display"/>
                <a:cs typeface="Aptos Display"/>
              </a:defRPr>
            </a:defPPr>
          </a:lstStyle>
          <a:p xmlns:a="http://schemas.openxmlformats.org/drawingml/2006/main">
            <a:pPr algn="l">
              <a:defRPr sz="3600" b="1">
                <a:solidFill>
                  <a:srgbClr val="070E73"/>
                </a:solidFill>
                <a:latin typeface="Aptos Display"/>
                <a:ea typeface="Aptos Display"/>
                <a:cs typeface="Aptos Display"/>
              </a:defRPr>
            </a:pPr>
            <a:r>
              <a:rPr sz="3600" b="1">
                <a:solidFill>
                  <a:srgbClr val="070E73"/>
                </a:solidFill>
                <a:latin typeface="Aptos Display"/>
                <a:ea typeface="Aptos Display"/>
                <a:cs typeface="Aptos Display"/>
              </a:rPr>
              <a:t>Conversa sobre a mesma OS</a:t>
            </a:r>
          </a:p>
        </p:txBody>
      </p:sp>
      <p:sp>
        <p:nvSpPr>
          <p:cNvPr id="19" name="destaque-271">
            <a:extLst xmlns:a="http://schemas.openxmlformats.org/drawingml/2006/main">
              <a:ext uri="{FF2B5EF4-FFF2-40B4-BE49-F238E27FC236}">
                <a16:creationId xmlns:a16="http://schemas.microsoft.com/office/drawing/2014/main" id="{24CE5C62-F4A4-4E90-B177-CFAE83D9B8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2581275"/>
            <a:ext cx="947737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400" b="1">
                <a:solidFill>
                  <a:srgbClr val="070E73"/>
                </a:solidFill>
                <a:latin typeface="Aptos Display"/>
                <a:ea typeface="Aptos Display"/>
                <a:cs typeface="Aptos Display"/>
              </a:defRPr>
            </a:defPPr>
          </a:lstStyle>
          <a:p xmlns:a="http://schemas.openxmlformats.org/drawingml/2006/main">
            <a:pPr algn="l">
              <a:defRPr sz="2400" b="1">
                <a:solidFill>
                  <a:srgbClr val="070E73"/>
                </a:solidFill>
                <a:latin typeface="Aptos Display"/>
                <a:ea typeface="Aptos Display"/>
                <a:cs typeface="Aptos Display"/>
              </a:defRPr>
            </a:pPr>
            <a:r>
              <a:rPr sz="2400" b="1">
                <a:solidFill>
                  <a:srgbClr val="070E73"/>
                </a:solidFill>
                <a:latin typeface="Aptos Display"/>
                <a:ea typeface="Aptos Display"/>
                <a:cs typeface="Aptos Display"/>
              </a:rPr>
              <a:t>Relatos escritos do jeito do analista</a:t>
            </a:r>
          </a:p>
        </p:txBody>
      </p:sp>
      <p:sp>
        <p:nvSpPr>
          <p:cNvPr id="20" name="texto-271">
            <a:extLst xmlns:a="http://schemas.openxmlformats.org/drawingml/2006/main">
              <a:ext uri="{FF2B5EF4-FFF2-40B4-BE49-F238E27FC236}">
                <a16:creationId xmlns:a16="http://schemas.microsoft.com/office/drawing/2014/main" id="{E3D9BE2C-F110-440A-A6A9-ED5F66939F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3019425"/>
            <a:ext cx="9477375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0">
                <a:solidFill>
                  <a:srgbClr val="070E73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 algn="l">
              <a:defRPr sz="2250" b="0">
                <a:solidFill>
                  <a:srgbClr val="070E73"/>
                </a:solidFill>
                <a:latin typeface="Aptos"/>
                <a:ea typeface="Aptos"/>
                <a:cs typeface="Aptos"/>
              </a:defRPr>
            </a:pPr>
            <a:r>
              <a:rPr sz="2250" b="0">
                <a:solidFill>
                  <a:srgbClr val="070E73"/>
                </a:solidFill>
                <a:latin typeface="Aptos"/>
                <a:ea typeface="Aptos"/>
                <a:cs typeface="Aptos"/>
              </a:rPr>
              <a:t>A IA ajuda a relacionar palavras diferentes</a:t>
            </a:r>
          </a:p>
          <a:p xmlns:a="http://schemas.openxmlformats.org/drawingml/2006/main">
            <a:pPr algn="l">
              <a:defRPr sz="2250" b="0">
                <a:solidFill>
                  <a:srgbClr val="070E73"/>
                </a:solidFill>
                <a:latin typeface="Aptos"/>
                <a:ea typeface="Aptos"/>
                <a:cs typeface="Aptos"/>
              </a:defRPr>
            </a:pPr>
            <a:r>
              <a:rPr sz="2250" b="0">
                <a:solidFill>
                  <a:srgbClr val="070E73"/>
                </a:solidFill>
                <a:latin typeface="Aptos"/>
                <a:ea typeface="Aptos"/>
                <a:cs typeface="Aptos"/>
              </a:rPr>
              <a:t>com as situações previstas nas regras.</a:t>
            </a:r>
          </a:p>
        </p:txBody>
      </p:sp>
      <p:sp>
        <p:nvSpPr>
          <p:cNvPr id="21" name="destaque-415">
            <a:extLst xmlns:a="http://schemas.openxmlformats.org/drawingml/2006/main">
              <a:ext uri="{FF2B5EF4-FFF2-40B4-BE49-F238E27FC236}">
                <a16:creationId xmlns:a16="http://schemas.microsoft.com/office/drawing/2014/main" id="{8587C618-50AA-45C0-B2C3-8F3EE14FBA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3952875"/>
            <a:ext cx="947737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400" b="1">
                <a:solidFill>
                  <a:srgbClr val="070E73"/>
                </a:solidFill>
                <a:latin typeface="Aptos Display"/>
                <a:ea typeface="Aptos Display"/>
                <a:cs typeface="Aptos Display"/>
              </a:defRPr>
            </a:defPPr>
          </a:lstStyle>
          <a:p xmlns:a="http://schemas.openxmlformats.org/drawingml/2006/main">
            <a:pPr algn="l">
              <a:defRPr sz="2400" b="1">
                <a:solidFill>
                  <a:srgbClr val="070E73"/>
                </a:solidFill>
                <a:latin typeface="Aptos Display"/>
                <a:ea typeface="Aptos Display"/>
                <a:cs typeface="Aptos Display"/>
              </a:defRPr>
            </a:pPr>
            <a:r>
              <a:rPr sz="2400" b="1">
                <a:solidFill>
                  <a:srgbClr val="070E73"/>
                </a:solidFill>
                <a:latin typeface="Aptos Display"/>
                <a:ea typeface="Aptos Display"/>
                <a:cs typeface="Aptos Display"/>
              </a:rPr>
              <a:t>Complementos e correções do caso</a:t>
            </a:r>
          </a:p>
        </p:txBody>
      </p:sp>
      <p:sp>
        <p:nvSpPr>
          <p:cNvPr id="22" name="texto-415">
            <a:extLst xmlns:a="http://schemas.openxmlformats.org/drawingml/2006/main">
              <a:ext uri="{FF2B5EF4-FFF2-40B4-BE49-F238E27FC236}">
                <a16:creationId xmlns:a16="http://schemas.microsoft.com/office/drawing/2014/main" id="{5612BE88-718F-4F45-AB31-4AD449602B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4391025"/>
            <a:ext cx="9477375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0">
                <a:solidFill>
                  <a:srgbClr val="070E73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 algn="l">
              <a:defRPr sz="2250" b="0">
                <a:solidFill>
                  <a:srgbClr val="070E73"/>
                </a:solidFill>
                <a:latin typeface="Aptos"/>
                <a:ea typeface="Aptos"/>
                <a:cs typeface="Aptos"/>
              </a:defRPr>
            </a:pPr>
            <a:r>
              <a:rPr sz="2250" b="0">
                <a:solidFill>
                  <a:srgbClr val="070E73"/>
                </a:solidFill>
                <a:latin typeface="Aptos"/>
                <a:ea typeface="Aptos"/>
                <a:cs typeface="Aptos"/>
              </a:rPr>
              <a:t>O chat aproveita a continuação e as respostas curtas.</a:t>
            </a:r>
          </a:p>
          <a:p xmlns:a="http://schemas.openxmlformats.org/drawingml/2006/main">
            <a:pPr algn="l">
              <a:defRPr sz="2250" b="0">
                <a:solidFill>
                  <a:srgbClr val="070E73"/>
                </a:solidFill>
                <a:latin typeface="Aptos"/>
                <a:ea typeface="Aptos"/>
                <a:cs typeface="Aptos"/>
              </a:defRPr>
            </a:pPr>
            <a:r>
              <a:rPr sz="2250" b="0">
                <a:solidFill>
                  <a:srgbClr val="070E73"/>
                </a:solidFill>
                <a:latin typeface="Aptos"/>
                <a:ea typeface="Aptos"/>
                <a:cs typeface="Aptos"/>
              </a:rPr>
              <a:t>Também permite retificar o relato e iniciar outra OS.</a:t>
            </a:r>
          </a:p>
        </p:txBody>
      </p:sp>
      <p:sp>
        <p:nvSpPr>
          <p:cNvPr id="23" name="fechamento">
            <a:extLst xmlns:a="http://schemas.openxmlformats.org/drawingml/2006/main">
              <a:ext uri="{FF2B5EF4-FFF2-40B4-BE49-F238E27FC236}">
                <a16:creationId xmlns:a16="http://schemas.microsoft.com/office/drawing/2014/main" id="{0E348B70-AFC6-4783-AF92-A3B8D21815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5381625"/>
            <a:ext cx="94773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1">
                <a:solidFill>
                  <a:srgbClr val="070E73"/>
                </a:solidFill>
                <a:latin typeface="Aptos Display"/>
                <a:ea typeface="Aptos Display"/>
                <a:cs typeface="Aptos Display"/>
              </a:defRPr>
            </a:defPPr>
          </a:lstStyle>
          <a:p xmlns:a="http://schemas.openxmlformats.org/drawingml/2006/main">
            <a:pPr algn="l">
              <a:defRPr sz="1950" b="1">
                <a:solidFill>
                  <a:srgbClr val="070E73"/>
                </a:solidFill>
                <a:latin typeface="Aptos Display"/>
                <a:ea typeface="Aptos Display"/>
                <a:cs typeface="Aptos Display"/>
              </a:defRPr>
            </a:pPr>
            <a:r>
              <a:rPr sz="1950" b="1">
                <a:solidFill>
                  <a:srgbClr val="070E73"/>
                </a:solidFill>
                <a:latin typeface="Aptos Display"/>
                <a:ea typeface="Aptos Display"/>
                <a:cs typeface="Aptos Display"/>
              </a:rPr>
              <a:t>Quando um detalhe muda a orientação, ele pode perguntar.</a:t>
            </a:r>
          </a:p>
        </p:txBody>
      </p:sp>
    </p:spTree>
    <p:extLst>
      <p:ext uri="{BB962C8B-B14F-4D97-AF65-F5344CB8AC3E}">
        <p14:creationId xmlns:p14="http://schemas.microsoft.com/office/powerpoint/2010/main" val="1259437899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9" name="Picture 2">
            <a:extLst xmlns:a="http://schemas.openxmlformats.org/drawingml/2006/main">
              <a:ext uri="{FF2B5EF4-FFF2-40B4-BE49-F238E27FC236}">
                <a16:creationId xmlns:a16="http://schemas.microsoft.com/office/drawing/2014/main" id="{DB7D6B86-023A-47B3-9B31-BFC86EF74E83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3d21038ac2b49fb"/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pic>
        <p:nvPicPr>
          <p:cNvPr id="6" name="Graphic 1">
            <a:extLst xmlns:a="http://schemas.openxmlformats.org/drawingml/2006/main">
              <a:ext uri="{FF2B5EF4-FFF2-40B4-BE49-F238E27FC236}">
                <a16:creationId xmlns:a16="http://schemas.microsoft.com/office/drawing/2014/main" id="{C39B20F2-CADF-459E-9784-818F9622A436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3d21038ac2b49fb">
            <a:extLst>
              <a:ext uri="{96DAC541-7B7A-43D3-8B79-37D633B846F1}">
                <asvg:svgBlip xmlns:asvg="http://schemas.microsoft.com/office/drawing/2016/SVG/main" r:embed="Rc6afa1d560cf46c8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0961253" y="6418396"/>
            <a:ext cx="954951" cy="260544"/>
          </a:xfrm>
          <a:prstGeom xmlns:a="http://schemas.openxmlformats.org/drawingml/2006/main" prst="rect">
            <a:avLst/>
          </a:prstGeom>
        </p:spPr>
      </p:pic>
      <p:sp>
        <p:nvSpPr>
          <p:cNvPr id="17" name="CaixaDeTexto 16">
            <a:extLst xmlns:a="http://schemas.openxmlformats.org/drawingml/2006/main">
              <a:ext uri="{FF2B5EF4-FFF2-40B4-BE49-F238E27FC236}">
                <a16:creationId xmlns:a16="http://schemas.microsoft.com/office/drawing/2014/main" id="{2658AB85-F832-39C9-57C9-ECDEBC7377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3746" y="1287304"/>
            <a:ext cx="10164509" cy="4733258"/>
          </a:xfrm>
          <a:prstGeom xmlns:a="http://schemas.openxmlformats.org/drawingml/2006/main" prst="flowChartAlternateProcess">
            <a:avLst/>
          </a:prstGeom>
          <a:ln xmlns:a="http://schemas.openxmlformats.org/drawingml/2006/main">
            <a:solidFill>
              <a:srgbClr val="070E73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1">
            <a:schemeClr val="l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dk1"/>
          </a:fontRef>
        </p:style>
        <p:txBody>
          <a:bodyPr xmlns:a="http://schemas.openxmlformats.org/drawingml/2006/main" wrap="square">
            <a:noAutofit/>
          </a:bodyPr>
          <a:lstStyle xmlns:a="http://schemas.openxmlformats.org/drawingml/2006/main"/>
          <a:p xmlns:a="http://schemas.openxmlformats.org/drawingml/2006/main">
            <a:r>
              <a:rPr sz="4000" b="1">
                <a:solidFill>
                  <a:srgbClr val="070E73"/>
                </a:solidFill>
              </a:rPr>
              <a:t/>
            </a:r>
          </a:p>
        </p:txBody>
      </p:sp>
      <p:sp>
        <p:nvSpPr>
          <p:cNvPr id="18" name="titulo">
            <a:extLst xmlns:a="http://schemas.openxmlformats.org/drawingml/2006/main">
              <a:ext uri="{FF2B5EF4-FFF2-40B4-BE49-F238E27FC236}">
                <a16:creationId xmlns:a16="http://schemas.microsoft.com/office/drawing/2014/main" id="{22DB925C-F204-44CD-9ABF-C80E3741BE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1581150"/>
            <a:ext cx="9525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600" b="1">
                <a:solidFill>
                  <a:srgbClr val="070E73"/>
                </a:solidFill>
                <a:latin typeface="Aptos Display"/>
                <a:ea typeface="Aptos Display"/>
                <a:cs typeface="Aptos Display"/>
              </a:defRPr>
            </a:defPPr>
          </a:lstStyle>
          <a:p xmlns:a="http://schemas.openxmlformats.org/drawingml/2006/main">
            <a:pPr algn="l">
              <a:defRPr sz="3600" b="1">
                <a:solidFill>
                  <a:srgbClr val="070E73"/>
                </a:solidFill>
                <a:latin typeface="Aptos Display"/>
                <a:ea typeface="Aptos Display"/>
                <a:cs typeface="Aptos Display"/>
              </a:defRPr>
            </a:pPr>
            <a:r>
              <a:rPr sz="3600" b="1">
                <a:solidFill>
                  <a:srgbClr val="070E73"/>
                </a:solidFill>
                <a:latin typeface="Aptos Display"/>
                <a:ea typeface="Aptos Display"/>
                <a:cs typeface="Aptos Display"/>
              </a:rPr>
              <a:t>IA e regras trabalhando juntas</a:t>
            </a:r>
          </a:p>
        </p:txBody>
      </p:sp>
      <p:sp>
        <p:nvSpPr>
          <p:cNvPr id="19" name="destaque-271">
            <a:extLst xmlns:a="http://schemas.openxmlformats.org/drawingml/2006/main">
              <a:ext uri="{FF2B5EF4-FFF2-40B4-BE49-F238E27FC236}">
                <a16:creationId xmlns:a16="http://schemas.microsoft.com/office/drawing/2014/main" id="{06567390-A396-43D6-8CF2-B3544F2172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2581275"/>
            <a:ext cx="947737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400" b="1">
                <a:solidFill>
                  <a:srgbClr val="070E73"/>
                </a:solidFill>
                <a:latin typeface="Aptos Display"/>
                <a:ea typeface="Aptos Display"/>
                <a:cs typeface="Aptos Display"/>
              </a:defRPr>
            </a:defPPr>
          </a:lstStyle>
          <a:p xmlns:a="http://schemas.openxmlformats.org/drawingml/2006/main">
            <a:pPr algn="l">
              <a:defRPr sz="2400" b="1">
                <a:solidFill>
                  <a:srgbClr val="070E73"/>
                </a:solidFill>
                <a:latin typeface="Aptos Display"/>
                <a:ea typeface="Aptos Display"/>
                <a:cs typeface="Aptos Display"/>
              </a:defRPr>
            </a:pPr>
            <a:r>
              <a:rPr sz="2400" b="1">
                <a:solidFill>
                  <a:srgbClr val="070E73"/>
                </a:solidFill>
                <a:latin typeface="Aptos Display"/>
                <a:ea typeface="Aptos Display"/>
                <a:cs typeface="Aptos Display"/>
              </a:rPr>
              <a:t>A IA interpreta o que o analista escreveu</a:t>
            </a:r>
          </a:p>
        </p:txBody>
      </p:sp>
      <p:sp>
        <p:nvSpPr>
          <p:cNvPr id="20" name="texto-271">
            <a:extLst xmlns:a="http://schemas.openxmlformats.org/drawingml/2006/main">
              <a:ext uri="{FF2B5EF4-FFF2-40B4-BE49-F238E27FC236}">
                <a16:creationId xmlns:a16="http://schemas.microsoft.com/office/drawing/2014/main" id="{8067650A-CF45-411C-9176-1D822D1EAC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3019425"/>
            <a:ext cx="9477375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0">
                <a:solidFill>
                  <a:srgbClr val="070E73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 algn="l">
              <a:defRPr sz="2250" b="0">
                <a:solidFill>
                  <a:srgbClr val="070E73"/>
                </a:solidFill>
                <a:latin typeface="Aptos"/>
                <a:ea typeface="Aptos"/>
                <a:cs typeface="Aptos"/>
              </a:defRPr>
            </a:pPr>
            <a:r>
              <a:rPr sz="2250" b="0">
                <a:solidFill>
                  <a:srgbClr val="070E73"/>
                </a:solidFill>
                <a:latin typeface="Aptos"/>
                <a:ea typeface="Aptos"/>
                <a:cs typeface="Aptos"/>
              </a:rPr>
              <a:t>Relaciona o relato às situações do serviço</a:t>
            </a:r>
          </a:p>
          <a:p xmlns:a="http://schemas.openxmlformats.org/drawingml/2006/main">
            <a:pPr algn="l">
              <a:defRPr sz="2250" b="0">
                <a:solidFill>
                  <a:srgbClr val="070E73"/>
                </a:solidFill>
                <a:latin typeface="Aptos"/>
                <a:ea typeface="Aptos"/>
                <a:cs typeface="Aptos"/>
              </a:defRPr>
            </a:pPr>
            <a:r>
              <a:rPr sz="2250" b="0">
                <a:solidFill>
                  <a:srgbClr val="070E73"/>
                </a:solidFill>
                <a:latin typeface="Aptos"/>
                <a:ea typeface="Aptos"/>
                <a:cs typeface="Aptos"/>
              </a:rPr>
              <a:t>e ajuda a formular a orientação.</a:t>
            </a:r>
          </a:p>
        </p:txBody>
      </p:sp>
      <p:sp>
        <p:nvSpPr>
          <p:cNvPr id="21" name="destaque-415">
            <a:extLst xmlns:a="http://schemas.openxmlformats.org/drawingml/2006/main">
              <a:ext uri="{FF2B5EF4-FFF2-40B4-BE49-F238E27FC236}">
                <a16:creationId xmlns:a16="http://schemas.microsoft.com/office/drawing/2014/main" id="{723D39A5-71B6-4D7A-A4A8-37486AD3D8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3952875"/>
            <a:ext cx="947737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400" b="1">
                <a:solidFill>
                  <a:srgbClr val="070E73"/>
                </a:solidFill>
                <a:latin typeface="Aptos Display"/>
                <a:ea typeface="Aptos Display"/>
                <a:cs typeface="Aptos Display"/>
              </a:defRPr>
            </a:defPPr>
          </a:lstStyle>
          <a:p xmlns:a="http://schemas.openxmlformats.org/drawingml/2006/main">
            <a:pPr algn="l">
              <a:defRPr sz="2400" b="1">
                <a:solidFill>
                  <a:srgbClr val="070E73"/>
                </a:solidFill>
                <a:latin typeface="Aptos Display"/>
                <a:ea typeface="Aptos Display"/>
                <a:cs typeface="Aptos Display"/>
              </a:defRPr>
            </a:pPr>
            <a:r>
              <a:rPr sz="2400" b="1">
                <a:solidFill>
                  <a:srgbClr val="070E73"/>
                </a:solidFill>
                <a:latin typeface="Aptos Display"/>
                <a:ea typeface="Aptos Display"/>
                <a:cs typeface="Aptos Display"/>
              </a:rPr>
              <a:t>O motor confere a aplicação das regras</a:t>
            </a:r>
          </a:p>
        </p:txBody>
      </p:sp>
      <p:sp>
        <p:nvSpPr>
          <p:cNvPr id="22" name="texto-415">
            <a:extLst xmlns:a="http://schemas.openxmlformats.org/drawingml/2006/main">
              <a:ext uri="{FF2B5EF4-FFF2-40B4-BE49-F238E27FC236}">
                <a16:creationId xmlns:a16="http://schemas.microsoft.com/office/drawing/2014/main" id="{4B3D606E-EF75-4D7D-9F7A-5CD0555BA8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4391025"/>
            <a:ext cx="9477375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0">
                <a:solidFill>
                  <a:srgbClr val="070E73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 algn="l">
              <a:defRPr sz="2250" b="0">
                <a:solidFill>
                  <a:srgbClr val="070E73"/>
                </a:solidFill>
                <a:latin typeface="Aptos"/>
                <a:ea typeface="Aptos"/>
                <a:cs typeface="Aptos"/>
              </a:defRPr>
            </a:pPr>
            <a:r>
              <a:rPr sz="2250" b="0">
                <a:solidFill>
                  <a:srgbClr val="070E73"/>
                </a:solidFill>
                <a:latin typeface="Aptos"/>
                <a:ea typeface="Aptos"/>
                <a:cs typeface="Aptos"/>
              </a:rPr>
              <a:t>Verifica fatos, condições e exceções.</a:t>
            </a:r>
          </a:p>
          <a:p xmlns:a="http://schemas.openxmlformats.org/drawingml/2006/main">
            <a:pPr algn="l">
              <a:defRPr sz="2250" b="0">
                <a:solidFill>
                  <a:srgbClr val="070E73"/>
                </a:solidFill>
                <a:latin typeface="Aptos"/>
                <a:ea typeface="Aptos"/>
                <a:cs typeface="Aptos"/>
              </a:defRPr>
            </a:pPr>
            <a:r>
              <a:rPr sz="2250" b="0">
                <a:solidFill>
                  <a:srgbClr val="070E73"/>
                </a:solidFill>
                <a:latin typeface="Aptos"/>
                <a:ea typeface="Aptos"/>
                <a:cs typeface="Aptos"/>
              </a:rPr>
              <a:t>Combina ocorrências e resolve regras concorrentes.</a:t>
            </a:r>
          </a:p>
        </p:txBody>
      </p:sp>
      <p:sp>
        <p:nvSpPr>
          <p:cNvPr id="23" name="fechamento">
            <a:extLst xmlns:a="http://schemas.openxmlformats.org/drawingml/2006/main">
              <a:ext uri="{FF2B5EF4-FFF2-40B4-BE49-F238E27FC236}">
                <a16:creationId xmlns:a16="http://schemas.microsoft.com/office/drawing/2014/main" id="{10CE98BD-82C0-4DEB-B661-9CC07B2473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5381625"/>
            <a:ext cx="94773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1">
                <a:solidFill>
                  <a:srgbClr val="070E73"/>
                </a:solidFill>
                <a:latin typeface="Aptos Display"/>
                <a:ea typeface="Aptos Display"/>
                <a:cs typeface="Aptos Display"/>
              </a:defRPr>
            </a:defPPr>
          </a:lstStyle>
          <a:p xmlns:a="http://schemas.openxmlformats.org/drawingml/2006/main">
            <a:pPr algn="l">
              <a:defRPr sz="1950" b="1">
                <a:solidFill>
                  <a:srgbClr val="070E73"/>
                </a:solidFill>
                <a:latin typeface="Aptos Display"/>
                <a:ea typeface="Aptos Display"/>
                <a:cs typeface="Aptos Display"/>
              </a:defRPr>
            </a:pPr>
            <a:r>
              <a:rPr sz="1950" b="1">
                <a:solidFill>
                  <a:srgbClr val="070E73"/>
                </a:solidFill>
                <a:latin typeface="Aptos Display"/>
                <a:ea typeface="Aptos Display"/>
                <a:cs typeface="Aptos Display"/>
              </a:rPr>
              <a:t>A resposta precisa ter base no conhecimento cadastrado.</a:t>
            </a:r>
          </a:p>
        </p:txBody>
      </p:sp>
    </p:spTree>
    <p:extLst>
      <p:ext uri="{BB962C8B-B14F-4D97-AF65-F5344CB8AC3E}">
        <p14:creationId xmlns:p14="http://schemas.microsoft.com/office/powerpoint/2010/main" val="1259437899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9" name="Picture 2">
            <a:extLst xmlns:a="http://schemas.openxmlformats.org/drawingml/2006/main">
              <a:ext uri="{FF2B5EF4-FFF2-40B4-BE49-F238E27FC236}">
                <a16:creationId xmlns:a16="http://schemas.microsoft.com/office/drawing/2014/main" id="{DB7D6B86-023A-47B3-9B31-BFC86EF74E83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a33ea5c2d5c4f9b"/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pic>
        <p:nvPicPr>
          <p:cNvPr id="6" name="Graphic 1">
            <a:extLst xmlns:a="http://schemas.openxmlformats.org/drawingml/2006/main">
              <a:ext uri="{FF2B5EF4-FFF2-40B4-BE49-F238E27FC236}">
                <a16:creationId xmlns:a16="http://schemas.microsoft.com/office/drawing/2014/main" id="{C39B20F2-CADF-459E-9784-818F9622A436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a33ea5c2d5c4f9b">
            <a:extLst>
              <a:ext uri="{96DAC541-7B7A-43D3-8B79-37D633B846F1}">
                <asvg:svgBlip xmlns:asvg="http://schemas.microsoft.com/office/drawing/2016/SVG/main" r:embed="R03c000134f694515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0961253" y="6418396"/>
            <a:ext cx="954951" cy="260544"/>
          </a:xfrm>
          <a:prstGeom xmlns:a="http://schemas.openxmlformats.org/drawingml/2006/main" prst="rect">
            <a:avLst/>
          </a:prstGeom>
        </p:spPr>
      </p:pic>
      <p:sp>
        <p:nvSpPr>
          <p:cNvPr id="17" name="CaixaDeTexto 16">
            <a:extLst xmlns:a="http://schemas.openxmlformats.org/drawingml/2006/main">
              <a:ext uri="{FF2B5EF4-FFF2-40B4-BE49-F238E27FC236}">
                <a16:creationId xmlns:a16="http://schemas.microsoft.com/office/drawing/2014/main" id="{2658AB85-F832-39C9-57C9-ECDEBC7377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3746" y="1287304"/>
            <a:ext cx="10164509" cy="4733258"/>
          </a:xfrm>
          <a:prstGeom xmlns:a="http://schemas.openxmlformats.org/drawingml/2006/main" prst="flowChartAlternateProcess">
            <a:avLst/>
          </a:prstGeom>
          <a:ln xmlns:a="http://schemas.openxmlformats.org/drawingml/2006/main">
            <a:solidFill>
              <a:srgbClr val="070E73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1">
            <a:schemeClr val="l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dk1"/>
          </a:fontRef>
        </p:style>
        <p:txBody>
          <a:bodyPr xmlns:a="http://schemas.openxmlformats.org/drawingml/2006/main" wrap="square">
            <a:noAutofit/>
          </a:bodyPr>
          <a:lstStyle xmlns:a="http://schemas.openxmlformats.org/drawingml/2006/main"/>
          <a:p xmlns:a="http://schemas.openxmlformats.org/drawingml/2006/main">
            <a:r>
              <a:rPr sz="4000" b="1">
                <a:solidFill>
                  <a:srgbClr val="070E73"/>
                </a:solidFill>
              </a:rPr>
              <a:t/>
            </a:r>
          </a:p>
        </p:txBody>
      </p:sp>
      <p:sp>
        <p:nvSpPr>
          <p:cNvPr id="18" name="titulo">
            <a:extLst xmlns:a="http://schemas.openxmlformats.org/drawingml/2006/main">
              <a:ext uri="{FF2B5EF4-FFF2-40B4-BE49-F238E27FC236}">
                <a16:creationId xmlns:a16="http://schemas.microsoft.com/office/drawing/2014/main" id="{25102351-2AA9-4E10-B9CF-27C3A14AFC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1581150"/>
            <a:ext cx="9525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600" b="1">
                <a:solidFill>
                  <a:srgbClr val="070E73"/>
                </a:solidFill>
                <a:latin typeface="Aptos Display"/>
                <a:ea typeface="Aptos Display"/>
                <a:cs typeface="Aptos Display"/>
              </a:defRPr>
            </a:defPPr>
          </a:lstStyle>
          <a:p xmlns:a="http://schemas.openxmlformats.org/drawingml/2006/main">
            <a:pPr algn="l">
              <a:defRPr sz="3600" b="1">
                <a:solidFill>
                  <a:srgbClr val="070E73"/>
                </a:solidFill>
                <a:latin typeface="Aptos Display"/>
                <a:ea typeface="Aptos Display"/>
                <a:cs typeface="Aptos Display"/>
              </a:defRPr>
            </a:pPr>
            <a:r>
              <a:rPr sz="3600" b="1">
                <a:solidFill>
                  <a:srgbClr val="070E73"/>
                </a:solidFill>
                <a:latin typeface="Aptos Display"/>
                <a:ea typeface="Aptos Display"/>
                <a:cs typeface="Aptos Display"/>
              </a:rPr>
              <a:t>Atualização do conhecimento</a:t>
            </a:r>
          </a:p>
        </p:txBody>
      </p:sp>
      <p:sp>
        <p:nvSpPr>
          <p:cNvPr id="19" name="destaque-271">
            <a:extLst xmlns:a="http://schemas.openxmlformats.org/drawingml/2006/main">
              <a:ext uri="{FF2B5EF4-FFF2-40B4-BE49-F238E27FC236}">
                <a16:creationId xmlns:a16="http://schemas.microsoft.com/office/drawing/2014/main" id="{ED7E2238-4AC8-46FE-BBDD-5F97C8E556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2581275"/>
            <a:ext cx="947737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400" b="1">
                <a:solidFill>
                  <a:srgbClr val="070E73"/>
                </a:solidFill>
                <a:latin typeface="Aptos Display"/>
                <a:ea typeface="Aptos Display"/>
                <a:cs typeface="Aptos Display"/>
              </a:defRPr>
            </a:defPPr>
          </a:lstStyle>
          <a:p xmlns:a="http://schemas.openxmlformats.org/drawingml/2006/main">
            <a:pPr algn="l">
              <a:defRPr sz="2400" b="1">
                <a:solidFill>
                  <a:srgbClr val="070E73"/>
                </a:solidFill>
                <a:latin typeface="Aptos Display"/>
                <a:ea typeface="Aptos Display"/>
                <a:cs typeface="Aptos Display"/>
              </a:defRPr>
            </a:pPr>
            <a:r>
              <a:rPr sz="2400" b="1">
                <a:solidFill>
                  <a:srgbClr val="070E73"/>
                </a:solidFill>
                <a:latin typeface="Aptos Display"/>
                <a:ea typeface="Aptos Display"/>
                <a:cs typeface="Aptos Display"/>
              </a:rPr>
              <a:t>Regras fora do código do motor</a:t>
            </a:r>
          </a:p>
        </p:txBody>
      </p:sp>
      <p:sp>
        <p:nvSpPr>
          <p:cNvPr id="20" name="texto-271">
            <a:extLst xmlns:a="http://schemas.openxmlformats.org/drawingml/2006/main">
              <a:ext uri="{FF2B5EF4-FFF2-40B4-BE49-F238E27FC236}">
                <a16:creationId xmlns:a16="http://schemas.microsoft.com/office/drawing/2014/main" id="{CC7538EB-E678-4DA1-B8CA-3C4FC60184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3019425"/>
            <a:ext cx="9477375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0">
                <a:solidFill>
                  <a:srgbClr val="070E73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 algn="l">
              <a:defRPr sz="2250" b="0">
                <a:solidFill>
                  <a:srgbClr val="070E73"/>
                </a:solidFill>
                <a:latin typeface="Aptos"/>
                <a:ea typeface="Aptos"/>
                <a:cs typeface="Aptos"/>
              </a:defRPr>
            </a:pPr>
            <a:r>
              <a:rPr sz="2250" b="0">
                <a:solidFill>
                  <a:srgbClr val="070E73"/>
                </a:solidFill>
                <a:latin typeface="Aptos"/>
                <a:ea typeface="Aptos"/>
                <a:cs typeface="Aptos"/>
              </a:rPr>
              <a:t>A base reúne critérios da análise, orientações</a:t>
            </a:r>
          </a:p>
          <a:p xmlns:a="http://schemas.openxmlformats.org/drawingml/2006/main">
            <a:pPr algn="l">
              <a:defRPr sz="2250" b="0">
                <a:solidFill>
                  <a:srgbClr val="070E73"/>
                </a:solidFill>
                <a:latin typeface="Aptos"/>
                <a:ea typeface="Aptos"/>
                <a:cs typeface="Aptos"/>
              </a:defRPr>
            </a:pPr>
            <a:r>
              <a:rPr sz="2250" b="0">
                <a:solidFill>
                  <a:srgbClr val="070E73"/>
                </a:solidFill>
                <a:latin typeface="Aptos"/>
                <a:ea typeface="Aptos"/>
                <a:cs typeface="Aptos"/>
              </a:rPr>
              <a:t>dos procedimentos e regras informadas pelos responsáveis.</a:t>
            </a:r>
          </a:p>
        </p:txBody>
      </p:sp>
      <p:sp>
        <p:nvSpPr>
          <p:cNvPr id="21" name="destaque-415">
            <a:extLst xmlns:a="http://schemas.openxmlformats.org/drawingml/2006/main">
              <a:ext uri="{FF2B5EF4-FFF2-40B4-BE49-F238E27FC236}">
                <a16:creationId xmlns:a16="http://schemas.microsoft.com/office/drawing/2014/main" id="{3F326015-5581-4745-A5E9-38D9FF94AC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3952875"/>
            <a:ext cx="947737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400" b="1">
                <a:solidFill>
                  <a:srgbClr val="070E73"/>
                </a:solidFill>
                <a:latin typeface="Aptos Display"/>
                <a:ea typeface="Aptos Display"/>
                <a:cs typeface="Aptos Display"/>
              </a:defRPr>
            </a:defPPr>
          </a:lstStyle>
          <a:p xmlns:a="http://schemas.openxmlformats.org/drawingml/2006/main">
            <a:pPr algn="l">
              <a:defRPr sz="2400" b="1">
                <a:solidFill>
                  <a:srgbClr val="070E73"/>
                </a:solidFill>
                <a:latin typeface="Aptos Display"/>
                <a:ea typeface="Aptos Display"/>
                <a:cs typeface="Aptos Display"/>
              </a:defRPr>
            </a:pPr>
            <a:r>
              <a:rPr sz="2400" b="1">
                <a:solidFill>
                  <a:srgbClr val="070E73"/>
                </a:solidFill>
                <a:latin typeface="Aptos Display"/>
                <a:ea typeface="Aptos Display"/>
                <a:cs typeface="Aptos Display"/>
              </a:rPr>
              <a:t>Importação de novas versões no aplicativo</a:t>
            </a:r>
          </a:p>
        </p:txBody>
      </p:sp>
      <p:sp>
        <p:nvSpPr>
          <p:cNvPr id="22" name="texto-415">
            <a:extLst xmlns:a="http://schemas.openxmlformats.org/drawingml/2006/main">
              <a:ext uri="{FF2B5EF4-FFF2-40B4-BE49-F238E27FC236}">
                <a16:creationId xmlns:a16="http://schemas.microsoft.com/office/drawing/2014/main" id="{166EF667-4753-4E26-8AE8-7D6167146A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4391025"/>
            <a:ext cx="9477375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0">
                <a:solidFill>
                  <a:srgbClr val="070E73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 algn="l">
              <a:defRPr sz="2250" b="0">
                <a:solidFill>
                  <a:srgbClr val="070E73"/>
                </a:solidFill>
                <a:latin typeface="Aptos"/>
                <a:ea typeface="Aptos"/>
                <a:cs typeface="Aptos"/>
              </a:defRPr>
            </a:pPr>
            <a:r>
              <a:rPr sz="2250" b="0">
                <a:solidFill>
                  <a:srgbClr val="070E73"/>
                </a:solidFill>
                <a:latin typeface="Aptos"/>
                <a:ea typeface="Aptos"/>
                <a:cs typeface="Aptos"/>
              </a:rPr>
              <a:t>O pacote informa responsável, vigência e alteração.</a:t>
            </a:r>
          </a:p>
          <a:p xmlns:a="http://schemas.openxmlformats.org/drawingml/2006/main">
            <a:pPr algn="l">
              <a:defRPr sz="2250" b="0">
                <a:solidFill>
                  <a:srgbClr val="070E73"/>
                </a:solidFill>
                <a:latin typeface="Aptos"/>
                <a:ea typeface="Aptos"/>
                <a:cs typeface="Aptos"/>
              </a:defRPr>
            </a:pPr>
            <a:r>
              <a:rPr sz="2250" b="0">
                <a:solidFill>
                  <a:srgbClr val="070E73"/>
                </a:solidFill>
                <a:latin typeface="Aptos"/>
                <a:ea typeface="Aptos"/>
                <a:cs typeface="Aptos"/>
              </a:rPr>
              <a:t>O aplicativo valida a base e preserva a versão anterior.</a:t>
            </a:r>
          </a:p>
        </p:txBody>
      </p:sp>
      <p:sp>
        <p:nvSpPr>
          <p:cNvPr id="23" name="fechamento">
            <a:extLst xmlns:a="http://schemas.openxmlformats.org/drawingml/2006/main">
              <a:ext uri="{FF2B5EF4-FFF2-40B4-BE49-F238E27FC236}">
                <a16:creationId xmlns:a16="http://schemas.microsoft.com/office/drawing/2014/main" id="{592390EC-38FA-443D-8860-F255EFAE21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5381625"/>
            <a:ext cx="94773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1">
                <a:solidFill>
                  <a:srgbClr val="070E73"/>
                </a:solidFill>
                <a:latin typeface="Aptos Display"/>
                <a:ea typeface="Aptos Display"/>
                <a:cs typeface="Aptos Display"/>
              </a:defRPr>
            </a:defPPr>
          </a:lstStyle>
          <a:p xmlns:a="http://schemas.openxmlformats.org/drawingml/2006/main">
            <a:pPr algn="l">
              <a:defRPr sz="1950" b="1">
                <a:solidFill>
                  <a:srgbClr val="070E73"/>
                </a:solidFill>
                <a:latin typeface="Aptos Display"/>
                <a:ea typeface="Aptos Display"/>
                <a:cs typeface="Aptos Display"/>
              </a:defRPr>
            </a:pPr>
            <a:r>
              <a:rPr sz="1950" b="1">
                <a:solidFill>
                  <a:srgbClr val="070E73"/>
                </a:solidFill>
                <a:latin typeface="Aptos Display"/>
                <a:ea typeface="Aptos Display"/>
                <a:cs typeface="Aptos Display"/>
              </a:rPr>
              <a:t>Atualizar as regras não exige trocar o modelo de IA.</a:t>
            </a:r>
          </a:p>
        </p:txBody>
      </p:sp>
    </p:spTree>
    <p:extLst>
      <p:ext uri="{BB962C8B-B14F-4D97-AF65-F5344CB8AC3E}">
        <p14:creationId xmlns:p14="http://schemas.microsoft.com/office/powerpoint/2010/main" val="1259437899"/>
      </p:ext>
    </p:extLst>
  </p:cSld>
</p:sld>
</file>

<file path=ppt/slides/slide1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9" name="Picture 2">
            <a:extLst xmlns:a="http://schemas.openxmlformats.org/drawingml/2006/main">
              <a:ext uri="{FF2B5EF4-FFF2-40B4-BE49-F238E27FC236}">
                <a16:creationId xmlns:a16="http://schemas.microsoft.com/office/drawing/2014/main" id="{DB7D6B86-023A-47B3-9B31-BFC86EF74E83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04c250d020a489a"/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pic>
        <p:nvPicPr>
          <p:cNvPr id="6" name="Graphic 1">
            <a:extLst xmlns:a="http://schemas.openxmlformats.org/drawingml/2006/main">
              <a:ext uri="{FF2B5EF4-FFF2-40B4-BE49-F238E27FC236}">
                <a16:creationId xmlns:a16="http://schemas.microsoft.com/office/drawing/2014/main" id="{C39B20F2-CADF-459E-9784-818F9622A436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04c250d020a489a">
            <a:extLst>
              <a:ext uri="{96DAC541-7B7A-43D3-8B79-37D633B846F1}">
                <asvg:svgBlip xmlns:asvg="http://schemas.microsoft.com/office/drawing/2016/SVG/main" r:embed="R68f8052322364432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0961253" y="6418396"/>
            <a:ext cx="954951" cy="260544"/>
          </a:xfrm>
          <a:prstGeom xmlns:a="http://schemas.openxmlformats.org/drawingml/2006/main" prst="rect">
            <a:avLst/>
          </a:prstGeom>
        </p:spPr>
      </p:pic>
      <p:sp>
        <p:nvSpPr>
          <p:cNvPr id="17" name="CaixaDeTexto 16">
            <a:extLst xmlns:a="http://schemas.openxmlformats.org/drawingml/2006/main">
              <a:ext uri="{FF2B5EF4-FFF2-40B4-BE49-F238E27FC236}">
                <a16:creationId xmlns:a16="http://schemas.microsoft.com/office/drawing/2014/main" id="{2658AB85-F832-39C9-57C9-ECDEBC7377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3746" y="1287304"/>
            <a:ext cx="10164509" cy="4733258"/>
          </a:xfrm>
          <a:prstGeom xmlns:a="http://schemas.openxmlformats.org/drawingml/2006/main" prst="flowChartAlternateProcess">
            <a:avLst/>
          </a:prstGeom>
          <a:ln xmlns:a="http://schemas.openxmlformats.org/drawingml/2006/main">
            <a:solidFill>
              <a:srgbClr val="070E73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1">
            <a:schemeClr val="l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dk1"/>
          </a:fontRef>
        </p:style>
        <p:txBody>
          <a:bodyPr xmlns:a="http://schemas.openxmlformats.org/drawingml/2006/main" wrap="square">
            <a:noAutofit/>
          </a:bodyPr>
          <a:lstStyle xmlns:a="http://schemas.openxmlformats.org/drawingml/2006/main"/>
          <a:p xmlns:a="http://schemas.openxmlformats.org/drawingml/2006/main">
            <a:r>
              <a:rPr sz="4000" b="1">
                <a:solidFill>
                  <a:srgbClr val="070E73"/>
                </a:solidFill>
              </a:rPr>
              <a:t/>
            </a:r>
          </a:p>
        </p:txBody>
      </p:sp>
      <p:sp>
        <p:nvSpPr>
          <p:cNvPr id="18" name="titulo">
            <a:extLst xmlns:a="http://schemas.openxmlformats.org/drawingml/2006/main">
              <a:ext uri="{FF2B5EF4-FFF2-40B4-BE49-F238E27FC236}">
                <a16:creationId xmlns:a16="http://schemas.microsoft.com/office/drawing/2014/main" id="{2861658D-6B4C-459C-BF68-8D75393B0B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1581150"/>
            <a:ext cx="9525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600" b="1">
                <a:solidFill>
                  <a:srgbClr val="070E73"/>
                </a:solidFill>
                <a:latin typeface="Aptos Display"/>
                <a:ea typeface="Aptos Display"/>
                <a:cs typeface="Aptos Display"/>
              </a:defRPr>
            </a:defPPr>
          </a:lstStyle>
          <a:p xmlns:a="http://schemas.openxmlformats.org/drawingml/2006/main">
            <a:pPr algn="l">
              <a:defRPr sz="3600" b="1">
                <a:solidFill>
                  <a:srgbClr val="070E73"/>
                </a:solidFill>
                <a:latin typeface="Aptos Display"/>
                <a:ea typeface="Aptos Display"/>
                <a:cs typeface="Aptos Display"/>
              </a:defRPr>
            </a:pPr>
            <a:r>
              <a:rPr sz="3600" b="1">
                <a:solidFill>
                  <a:srgbClr val="070E73"/>
                </a:solidFill>
                <a:latin typeface="Aptos Display"/>
                <a:ea typeface="Aptos Display"/>
                <a:cs typeface="Aptos Display"/>
              </a:rPr>
              <a:t>Aplicativo local e uso offline</a:t>
            </a:r>
          </a:p>
        </p:txBody>
      </p:sp>
      <p:sp>
        <p:nvSpPr>
          <p:cNvPr id="19" name="destaque-271">
            <a:extLst xmlns:a="http://schemas.openxmlformats.org/drawingml/2006/main">
              <a:ext uri="{FF2B5EF4-FFF2-40B4-BE49-F238E27FC236}">
                <a16:creationId xmlns:a16="http://schemas.microsoft.com/office/drawing/2014/main" id="{D2FCDDCE-4549-4C1B-9A06-E8A2D1B1A6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2581275"/>
            <a:ext cx="947737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400" b="1">
                <a:solidFill>
                  <a:srgbClr val="070E73"/>
                </a:solidFill>
                <a:latin typeface="Aptos Display"/>
                <a:ea typeface="Aptos Display"/>
                <a:cs typeface="Aptos Display"/>
              </a:defRPr>
            </a:defPPr>
          </a:lstStyle>
          <a:p xmlns:a="http://schemas.openxmlformats.org/drawingml/2006/main">
            <a:pPr algn="l">
              <a:defRPr sz="2400" b="1">
                <a:solidFill>
                  <a:srgbClr val="070E73"/>
                </a:solidFill>
                <a:latin typeface="Aptos Display"/>
                <a:ea typeface="Aptos Display"/>
                <a:cs typeface="Aptos Display"/>
              </a:defRPr>
            </a:pPr>
            <a:r>
              <a:rPr sz="2400" b="1">
                <a:solidFill>
                  <a:srgbClr val="070E73"/>
                </a:solidFill>
                <a:latin typeface="Aptos Display"/>
                <a:ea typeface="Aptos Display"/>
                <a:cs typeface="Aptos Display"/>
              </a:rPr>
              <a:t>IA e regras no próprio notebook</a:t>
            </a:r>
          </a:p>
        </p:txBody>
      </p:sp>
      <p:sp>
        <p:nvSpPr>
          <p:cNvPr id="20" name="texto-271">
            <a:extLst xmlns:a="http://schemas.openxmlformats.org/drawingml/2006/main">
              <a:ext uri="{FF2B5EF4-FFF2-40B4-BE49-F238E27FC236}">
                <a16:creationId xmlns:a16="http://schemas.microsoft.com/office/drawing/2014/main" id="{09BDCF13-53EF-4D4D-86FE-B1A69BB55D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3019425"/>
            <a:ext cx="9477375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0">
                <a:solidFill>
                  <a:srgbClr val="070E73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 algn="l">
              <a:defRPr sz="2250" b="0">
                <a:solidFill>
                  <a:srgbClr val="070E73"/>
                </a:solidFill>
                <a:latin typeface="Aptos"/>
                <a:ea typeface="Aptos"/>
                <a:cs typeface="Aptos"/>
              </a:defRPr>
            </a:pPr>
            <a:r>
              <a:rPr sz="2250" b="0">
                <a:solidFill>
                  <a:srgbClr val="070E73"/>
                </a:solidFill>
                <a:latin typeface="Aptos"/>
                <a:ea typeface="Aptos"/>
                <a:cs typeface="Aptos"/>
              </a:rPr>
              <a:t>O pacote leva os recursos necessários para funcionar</a:t>
            </a:r>
          </a:p>
          <a:p xmlns:a="http://schemas.openxmlformats.org/drawingml/2006/main">
            <a:pPr algn="l">
              <a:defRPr sz="2250" b="0">
                <a:solidFill>
                  <a:srgbClr val="070E73"/>
                </a:solidFill>
                <a:latin typeface="Aptos"/>
                <a:ea typeface="Aptos"/>
                <a:cs typeface="Aptos"/>
              </a:defRPr>
            </a:pPr>
            <a:r>
              <a:rPr sz="2250" b="0">
                <a:solidFill>
                  <a:srgbClr val="070E73"/>
                </a:solidFill>
                <a:latin typeface="Aptos"/>
                <a:ea typeface="Aptos"/>
                <a:cs typeface="Aptos"/>
              </a:rPr>
              <a:t>sem internet e sem cadastrar chave de API.</a:t>
            </a:r>
          </a:p>
        </p:txBody>
      </p:sp>
      <p:sp>
        <p:nvSpPr>
          <p:cNvPr id="21" name="destaque-415">
            <a:extLst xmlns:a="http://schemas.openxmlformats.org/drawingml/2006/main">
              <a:ext uri="{FF2B5EF4-FFF2-40B4-BE49-F238E27FC236}">
                <a16:creationId xmlns:a16="http://schemas.microsoft.com/office/drawing/2014/main" id="{022E1601-E7EB-4A97-BB5A-F854D95C82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3952875"/>
            <a:ext cx="947737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400" b="1">
                <a:solidFill>
                  <a:srgbClr val="070E73"/>
                </a:solidFill>
                <a:latin typeface="Aptos Display"/>
                <a:ea typeface="Aptos Display"/>
                <a:cs typeface="Aptos Display"/>
              </a:defRPr>
            </a:defPPr>
          </a:lstStyle>
          <a:p xmlns:a="http://schemas.openxmlformats.org/drawingml/2006/main">
            <a:pPr algn="l">
              <a:defRPr sz="2400" b="1">
                <a:solidFill>
                  <a:srgbClr val="070E73"/>
                </a:solidFill>
                <a:latin typeface="Aptos Display"/>
                <a:ea typeface="Aptos Display"/>
                <a:cs typeface="Aptos Display"/>
              </a:defRPr>
            </a:pPr>
            <a:r>
              <a:rPr sz="2400" b="1">
                <a:solidFill>
                  <a:srgbClr val="070E73"/>
                </a:solidFill>
                <a:latin typeface="Aptos Display"/>
                <a:ea typeface="Aptos Display"/>
                <a:cs typeface="Aptos Display"/>
              </a:rPr>
              <a:t>Sem cota de perguntas de um provedor online</a:t>
            </a:r>
          </a:p>
        </p:txBody>
      </p:sp>
      <p:sp>
        <p:nvSpPr>
          <p:cNvPr id="22" name="texto-415">
            <a:extLst xmlns:a="http://schemas.openxmlformats.org/drawingml/2006/main">
              <a:ext uri="{FF2B5EF4-FFF2-40B4-BE49-F238E27FC236}">
                <a16:creationId xmlns:a16="http://schemas.microsoft.com/office/drawing/2014/main" id="{AD830CED-E590-4A14-91B0-3411D59920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4391025"/>
            <a:ext cx="9477375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0">
                <a:solidFill>
                  <a:srgbClr val="070E73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 algn="l">
              <a:defRPr sz="2250" b="0">
                <a:solidFill>
                  <a:srgbClr val="070E73"/>
                </a:solidFill>
                <a:latin typeface="Aptos"/>
                <a:ea typeface="Aptos"/>
                <a:cs typeface="Aptos"/>
              </a:defRPr>
            </a:pPr>
            <a:r>
              <a:rPr sz="2250" b="0">
                <a:solidFill>
                  <a:srgbClr val="070E73"/>
                </a:solidFill>
                <a:latin typeface="Aptos"/>
                <a:ea typeface="Aptos"/>
                <a:cs typeface="Aptos"/>
              </a:rPr>
              <a:t>Cada computador executa sua própria IA.</a:t>
            </a:r>
          </a:p>
          <a:p xmlns:a="http://schemas.openxmlformats.org/drawingml/2006/main">
            <a:pPr algn="l">
              <a:defRPr sz="2250" b="0">
                <a:solidFill>
                  <a:srgbClr val="070E73"/>
                </a:solidFill>
                <a:latin typeface="Aptos"/>
                <a:ea typeface="Aptos"/>
                <a:cs typeface="Aptos"/>
              </a:defRPr>
            </a:pPr>
            <a:r>
              <a:rPr sz="2250" b="0">
                <a:solidFill>
                  <a:srgbClr val="070E73"/>
                </a:solidFill>
                <a:latin typeface="Aptos"/>
                <a:ea typeface="Aptos"/>
                <a:cs typeface="Aptos"/>
              </a:rPr>
              <a:t>A velocidade depende dos recursos da máquina.</a:t>
            </a:r>
          </a:p>
        </p:txBody>
      </p:sp>
      <p:sp>
        <p:nvSpPr>
          <p:cNvPr id="23" name="fechamento">
            <a:extLst xmlns:a="http://schemas.openxmlformats.org/drawingml/2006/main">
              <a:ext uri="{FF2B5EF4-FFF2-40B4-BE49-F238E27FC236}">
                <a16:creationId xmlns:a16="http://schemas.microsoft.com/office/drawing/2014/main" id="{12344C5D-5E3C-4EF9-BC3E-8AA911B7C0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5381625"/>
            <a:ext cx="94773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1">
                <a:solidFill>
                  <a:srgbClr val="070E73"/>
                </a:solidFill>
                <a:latin typeface="Aptos Display"/>
                <a:ea typeface="Aptos Display"/>
                <a:cs typeface="Aptos Display"/>
              </a:defRPr>
            </a:defPPr>
          </a:lstStyle>
          <a:p xmlns:a="http://schemas.openxmlformats.org/drawingml/2006/main">
            <a:pPr algn="l">
              <a:defRPr sz="1950" b="1">
                <a:solidFill>
                  <a:srgbClr val="070E73"/>
                </a:solidFill>
                <a:latin typeface="Aptos Display"/>
                <a:ea typeface="Aptos Display"/>
                <a:cs typeface="Aptos Display"/>
              </a:defRPr>
            </a:pPr>
            <a:r>
              <a:rPr sz="1950" b="1">
                <a:solidFill>
                  <a:srgbClr val="070E73"/>
                </a:solidFill>
                <a:latin typeface="Aptos Display"/>
                <a:ea typeface="Aptos Display"/>
                <a:cs typeface="Aptos Display"/>
              </a:rPr>
              <a:t>As conversas ficam na memória e não são persistidas.</a:t>
            </a:r>
          </a:p>
        </p:txBody>
      </p:sp>
    </p:spTree>
    <p:extLst>
      <p:ext uri="{BB962C8B-B14F-4D97-AF65-F5344CB8AC3E}">
        <p14:creationId xmlns:p14="http://schemas.microsoft.com/office/powerpoint/2010/main" val="1259437899"/>
      </p:ext>
    </p:extLst>
  </p:cSld>
</p:sld>
</file>

<file path=ppt/slides/slide1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9" name="Picture 2">
            <a:extLst xmlns:a="http://schemas.openxmlformats.org/drawingml/2006/main">
              <a:ext uri="{FF2B5EF4-FFF2-40B4-BE49-F238E27FC236}">
                <a16:creationId xmlns:a16="http://schemas.microsoft.com/office/drawing/2014/main" id="{1C501D1C-6107-40A9-A770-5FC65BD3888D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837a1c4da2e406a"/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ln xmlns:a="http://schemas.openxmlformats.org/drawingml/2006/main" w="19050">
            <a:solidFill>
              <a:schemeClr val="bg1"/>
            </a:solidFill>
          </a:ln>
        </p:spPr>
      </p:pic>
      <p:pic>
        <p:nvPicPr>
          <p:cNvPr id="6" name="Graphic 1">
            <a:extLst xmlns:a="http://schemas.openxmlformats.org/drawingml/2006/main">
              <a:ext uri="{FF2B5EF4-FFF2-40B4-BE49-F238E27FC236}">
                <a16:creationId xmlns:a16="http://schemas.microsoft.com/office/drawing/2014/main" id="{A0FA4B73-4AE1-4DFB-80B0-22400FC39864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837a1c4da2e406a">
            <a:extLst>
              <a:ext uri="{96DAC541-7B7A-43D3-8B79-37D633B846F1}">
                <asvg:svgBlip xmlns:asvg="http://schemas.microsoft.com/office/drawing/2016/SVG/main" r:embed="R9943ea8a3cd942f1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0961253" y="6418396"/>
            <a:ext cx="954951" cy="260544"/>
          </a:xfrm>
          <a:prstGeom xmlns:a="http://schemas.openxmlformats.org/drawingml/2006/main" prst="rect">
            <a:avLst/>
          </a:prstGeom>
        </p:spPr>
      </p:pic>
      <p:sp>
        <p:nvSpPr>
          <p:cNvPr id="17" name="CaixaDeTexto 16">
            <a:extLst xmlns:a="http://schemas.openxmlformats.org/drawingml/2006/main">
              <a:ext uri="{FF2B5EF4-FFF2-40B4-BE49-F238E27FC236}">
                <a16:creationId xmlns:a16="http://schemas.microsoft.com/office/drawing/2014/main" id="{E19F5EDC-6D29-204E-9F87-1D02CB8A94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9501" y="629510"/>
            <a:ext cx="11632998" cy="531999"/>
          </a:xfrm>
          <a:prstGeom xmlns:a="http://schemas.openxmlformats.org/drawingml/2006/main" prst="flowChartAlternateProcess">
            <a:avLst/>
          </a:prstGeom>
          <a:ln xmlns:a="http://schemas.openxmlformats.org/drawingml/2006/main">
            <a:solidFill>
              <a:srgbClr val="070E73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1">
            <a:schemeClr val="l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dk1"/>
          </a:fontRef>
        </p:style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>
            <a:defPPr algn="ctr">
              <a:defRPr sz="3150" b="1">
                <a:solidFill>
                  <a:srgbClr val="070E73"/>
                </a:solidFill>
                <a:latin typeface="Aptos Display"/>
                <a:ea typeface="Aptos Display"/>
                <a:cs typeface="Aptos Display"/>
              </a:defRPr>
            </a:defPPr>
          </a:lstStyle>
          <a:p xmlns:a="http://schemas.openxmlformats.org/drawingml/2006/main">
            <a:pPr algn="ctr">
              <a:buNone/>
              <a:defRPr sz="3150" b="1">
                <a:solidFill>
                  <a:srgbClr val="070E73"/>
                </a:solidFill>
                <a:latin typeface="Aptos Display"/>
                <a:ea typeface="Aptos Display"/>
                <a:cs typeface="Aptos Display"/>
              </a:defRPr>
            </a:pPr>
            <a:r>
              <a:rPr sz="3150" b="1">
                <a:solidFill>
                  <a:srgbClr val="070E73"/>
                </a:solidFill>
                <a:latin typeface="Aptos Display"/>
                <a:ea typeface="Aptos Display"/>
                <a:cs typeface="Aptos Display"/>
              </a:rPr>
              <a:t>A interface atual</a:t>
            </a:r>
          </a:p>
        </p:txBody>
      </p:sp>
      <p:pic>
        <p:nvPic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4DDF3B2-4179-4162-87F5-A7D98E081FFD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7c1c338d9d240ff"/>
          <a:stretch xmlns:a="http://schemas.openxmlformats.org/drawingml/2006/main"/>
        </p:blipFill>
        <p:spPr>
          <a:xfrm xmlns:a="http://schemas.openxmlformats.org/drawingml/2006/main">
            <a:off x="6648450" y="1428795"/>
            <a:ext cx="4724400" cy="4819560"/>
          </a:xfrm>
          <a:prstGeom xmlns:a="http://schemas.openxmlformats.org/drawingml/2006/main" prst="rect">
            <a:avLst/>
          </a:prstGeom>
        </p:spPr>
      </p:pic>
      <p:sp>
        <p:nvSpPr>
          <p:cNvPr id="19" name="foco">
            <a:extLst xmlns:a="http://schemas.openxmlformats.org/drawingml/2006/main">
              <a:ext uri="{FF2B5EF4-FFF2-40B4-BE49-F238E27FC236}">
                <a16:creationId xmlns:a16="http://schemas.microsoft.com/office/drawing/2014/main" id="{EB3BFB9C-7F0D-434D-9FF0-B52EA9EE15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800225"/>
            <a:ext cx="5429250" cy="1276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8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defPPr>
          </a:lstStyle>
          <a:p xmlns:a="http://schemas.openxmlformats.org/drawingml/2006/main">
            <a:pPr algn="l">
              <a:buNone/>
              <a:defRPr sz="28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Serviço e conhecimento</a:t>
            </a:r>
          </a:p>
          <a:p xmlns:a="http://schemas.openxmlformats.org/drawingml/2006/main">
            <a:pPr algn="l">
              <a:buNone/>
              <a:defRPr sz="28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ao lado da conversa</a:t>
            </a:r>
          </a:p>
        </p:txBody>
      </p:sp>
      <p:sp>
        <p:nvSpPr>
          <p:cNvPr id="20" name="faixas">
            <a:extLst xmlns:a="http://schemas.openxmlformats.org/drawingml/2006/main">
              <a:ext uri="{FF2B5EF4-FFF2-40B4-BE49-F238E27FC236}">
                <a16:creationId xmlns:a16="http://schemas.microsoft.com/office/drawing/2014/main" id="{C0453A34-6344-4159-A2E6-C6E31C34FC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276600"/>
            <a:ext cx="528637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 algn="l">
              <a:buNone/>
              <a:defRPr sz="2250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2250" b="0">
                <a:solidFill>
                  <a:srgbClr val="FFFFFF"/>
                </a:solidFill>
                <a:latin typeface="Aptos"/>
                <a:ea typeface="Aptos"/>
                <a:cs typeface="Aptos"/>
              </a:rPr>
              <a:t>Consulta ao catálogo e às diretrizes</a:t>
            </a:r>
          </a:p>
        </p:txBody>
      </p:sp>
      <p:sp>
        <p:nvSpPr>
          <p:cNvPr id="21" name="versao">
            <a:extLst xmlns:a="http://schemas.openxmlformats.org/drawingml/2006/main">
              <a:ext uri="{FF2B5EF4-FFF2-40B4-BE49-F238E27FC236}">
                <a16:creationId xmlns:a16="http://schemas.microsoft.com/office/drawing/2014/main" id="{098B151F-AB30-4832-B0D7-2173101353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105275"/>
            <a:ext cx="5238750" cy="981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400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 algn="l">
              <a:buNone/>
              <a:defRPr sz="2400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2400" b="0">
                <a:solidFill>
                  <a:srgbClr val="FFFFFF"/>
                </a:solidFill>
                <a:latin typeface="Aptos"/>
                <a:ea typeface="Aptos"/>
                <a:cs typeface="Aptos"/>
              </a:rPr>
              <a:t>Chat sobre a OS</a:t>
            </a:r>
          </a:p>
          <a:p xmlns:a="http://schemas.openxmlformats.org/drawingml/2006/main">
            <a:pPr algn="l">
              <a:buNone/>
              <a:defRPr sz="2400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2400" b="0">
                <a:solidFill>
                  <a:srgbClr val="FFFFFF"/>
                </a:solidFill>
                <a:latin typeface="Aptos"/>
                <a:ea typeface="Aptos"/>
                <a:cs typeface="Aptos"/>
              </a:rPr>
              <a:t>Continuação e novo caso</a:t>
            </a:r>
          </a:p>
        </p:txBody>
      </p:sp>
      <p:sp>
        <p:nvSpPr>
          <p:cNvPr id="22" name="estado">
            <a:extLst xmlns:a="http://schemas.openxmlformats.org/drawingml/2006/main">
              <a:ext uri="{FF2B5EF4-FFF2-40B4-BE49-F238E27FC236}">
                <a16:creationId xmlns:a16="http://schemas.microsoft.com/office/drawing/2014/main" id="{4A31567A-428E-4AFF-823B-65987DCDF8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372100"/>
            <a:ext cx="5619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defPPr>
          </a:lstStyle>
          <a:p xmlns:a="http://schemas.openxmlformats.org/drawingml/2006/main">
            <a:pPr algn="l">
              <a:buNone/>
              <a:defRPr sz="21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21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Configurações do aplicativo</a:t>
            </a:r>
          </a:p>
          <a:p xmlns:a="http://schemas.openxmlformats.org/drawingml/2006/main">
            <a:pPr algn="l">
              <a:buNone/>
              <a:defRPr sz="21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21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Regras, métricas e feedbacks</a:t>
            </a:r>
          </a:p>
        </p:txBody>
      </p:sp>
    </p:spTree>
    <p:extLst>
      <p:ext uri="{BB962C8B-B14F-4D97-AF65-F5344CB8AC3E}">
        <p14:creationId xmlns:p14="http://schemas.microsoft.com/office/powerpoint/2010/main" val="3590117633"/>
      </p:ext>
    </p:extLst>
  </p:cSld>
</p:sld>
</file>

<file path=ppt/slides/slide1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9" name="Picture 2">
            <a:extLst xmlns:a="http://schemas.openxmlformats.org/drawingml/2006/main">
              <a:ext uri="{FF2B5EF4-FFF2-40B4-BE49-F238E27FC236}">
                <a16:creationId xmlns:a16="http://schemas.microsoft.com/office/drawing/2014/main" id="{DB7D6B86-023A-47B3-9B31-BFC86EF74E83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5d85abe2f744186"/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pic>
        <p:nvPicPr>
          <p:cNvPr id="6" name="Graphic 1">
            <a:extLst xmlns:a="http://schemas.openxmlformats.org/drawingml/2006/main">
              <a:ext uri="{FF2B5EF4-FFF2-40B4-BE49-F238E27FC236}">
                <a16:creationId xmlns:a16="http://schemas.microsoft.com/office/drawing/2014/main" id="{C39B20F2-CADF-459E-9784-818F9622A436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5d85abe2f744186">
            <a:extLst>
              <a:ext uri="{96DAC541-7B7A-43D3-8B79-37D633B846F1}">
                <asvg:svgBlip xmlns:asvg="http://schemas.microsoft.com/office/drawing/2016/SVG/main" r:embed="Reb12d7c5953444b6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0961253" y="6418396"/>
            <a:ext cx="954951" cy="260544"/>
          </a:xfrm>
          <a:prstGeom xmlns:a="http://schemas.openxmlformats.org/drawingml/2006/main" prst="rect">
            <a:avLst/>
          </a:prstGeom>
        </p:spPr>
      </p:pic>
      <p:sp>
        <p:nvSpPr>
          <p:cNvPr id="17" name="CaixaDeTexto 16">
            <a:extLst xmlns:a="http://schemas.openxmlformats.org/drawingml/2006/main">
              <a:ext uri="{FF2B5EF4-FFF2-40B4-BE49-F238E27FC236}">
                <a16:creationId xmlns:a16="http://schemas.microsoft.com/office/drawing/2014/main" id="{2658AB85-F832-39C9-57C9-ECDEBC7377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3746" y="1287304"/>
            <a:ext cx="10164509" cy="4733258"/>
          </a:xfrm>
          <a:prstGeom xmlns:a="http://schemas.openxmlformats.org/drawingml/2006/main" prst="flowChartAlternateProcess">
            <a:avLst/>
          </a:prstGeom>
          <a:ln xmlns:a="http://schemas.openxmlformats.org/drawingml/2006/main">
            <a:solidFill>
              <a:srgbClr val="070E73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1">
            <a:schemeClr val="l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dk1"/>
          </a:fontRef>
        </p:style>
        <p:txBody>
          <a:bodyPr xmlns:a="http://schemas.openxmlformats.org/drawingml/2006/main" wrap="square">
            <a:noAutofit/>
          </a:bodyPr>
          <a:lstStyle xmlns:a="http://schemas.openxmlformats.org/drawingml/2006/main"/>
          <a:p xmlns:a="http://schemas.openxmlformats.org/drawingml/2006/main">
            <a:r>
              <a:rPr sz="4000" b="1">
                <a:solidFill>
                  <a:srgbClr val="070E73"/>
                </a:solidFill>
              </a:rPr>
              <a:t/>
            </a:r>
          </a:p>
        </p:txBody>
      </p:sp>
      <p:sp>
        <p:nvSpPr>
          <p:cNvPr id="18" name="titulo">
            <a:extLst xmlns:a="http://schemas.openxmlformats.org/drawingml/2006/main">
              <a:ext uri="{FF2B5EF4-FFF2-40B4-BE49-F238E27FC236}">
                <a16:creationId xmlns:a16="http://schemas.microsoft.com/office/drawing/2014/main" id="{610BCBC9-C8A7-4717-AAAA-3CF50DE66A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1581150"/>
            <a:ext cx="9525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600" b="1">
                <a:solidFill>
                  <a:srgbClr val="070E73"/>
                </a:solidFill>
                <a:latin typeface="Aptos Display"/>
                <a:ea typeface="Aptos Display"/>
                <a:cs typeface="Aptos Display"/>
              </a:defRPr>
            </a:defPPr>
          </a:lstStyle>
          <a:p xmlns:a="http://schemas.openxmlformats.org/drawingml/2006/main">
            <a:pPr algn="l">
              <a:defRPr sz="3600" b="1">
                <a:solidFill>
                  <a:srgbClr val="070E73"/>
                </a:solidFill>
                <a:latin typeface="Aptos Display"/>
                <a:ea typeface="Aptos Display"/>
                <a:cs typeface="Aptos Display"/>
              </a:defRPr>
            </a:pPr>
            <a:r>
              <a:rPr sz="3600" b="1">
                <a:solidFill>
                  <a:srgbClr val="070E73"/>
                </a:solidFill>
                <a:latin typeface="Aptos Display"/>
                <a:ea typeface="Aptos Display"/>
                <a:cs typeface="Aptos Display"/>
              </a:rPr>
              <a:t>Feedback e acompanhamento</a:t>
            </a:r>
          </a:p>
        </p:txBody>
      </p:sp>
      <p:sp>
        <p:nvSpPr>
          <p:cNvPr id="19" name="destaque-271">
            <a:extLst xmlns:a="http://schemas.openxmlformats.org/drawingml/2006/main">
              <a:ext uri="{FF2B5EF4-FFF2-40B4-BE49-F238E27FC236}">
                <a16:creationId xmlns:a16="http://schemas.microsoft.com/office/drawing/2014/main" id="{9511E3C4-F1C7-47A7-A4C5-1612761B4E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2581275"/>
            <a:ext cx="947737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400" b="1">
                <a:solidFill>
                  <a:srgbClr val="070E73"/>
                </a:solidFill>
                <a:latin typeface="Aptos Display"/>
                <a:ea typeface="Aptos Display"/>
                <a:cs typeface="Aptos Display"/>
              </a:defRPr>
            </a:defPPr>
          </a:lstStyle>
          <a:p xmlns:a="http://schemas.openxmlformats.org/drawingml/2006/main">
            <a:pPr algn="l">
              <a:defRPr sz="2400" b="1">
                <a:solidFill>
                  <a:srgbClr val="070E73"/>
                </a:solidFill>
                <a:latin typeface="Aptos Display"/>
                <a:ea typeface="Aptos Display"/>
                <a:cs typeface="Aptos Display"/>
              </a:defRPr>
            </a:pPr>
            <a:r>
              <a:rPr sz="2400" b="1">
                <a:solidFill>
                  <a:srgbClr val="070E73"/>
                </a:solidFill>
                <a:latin typeface="Aptos Display"/>
                <a:ea typeface="Aptos Display"/>
                <a:cs typeface="Aptos Display"/>
              </a:rPr>
              <a:t>Feedback enviado pelo analista</a:t>
            </a:r>
          </a:p>
        </p:txBody>
      </p:sp>
      <p:sp>
        <p:nvSpPr>
          <p:cNvPr id="20" name="texto-271">
            <a:extLst xmlns:a="http://schemas.openxmlformats.org/drawingml/2006/main">
              <a:ext uri="{FF2B5EF4-FFF2-40B4-BE49-F238E27FC236}">
                <a16:creationId xmlns:a16="http://schemas.microsoft.com/office/drawing/2014/main" id="{009544FD-C02A-4166-BAEB-8428D5C445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3019425"/>
            <a:ext cx="9477375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0">
                <a:solidFill>
                  <a:srgbClr val="070E73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 algn="l">
              <a:defRPr sz="2250" b="0">
                <a:solidFill>
                  <a:srgbClr val="070E73"/>
                </a:solidFill>
                <a:latin typeface="Aptos"/>
                <a:ea typeface="Aptos"/>
                <a:cs typeface="Aptos"/>
              </a:defRPr>
            </a:pPr>
            <a:r>
              <a:rPr sz="2250" b="0">
                <a:solidFill>
                  <a:srgbClr val="070E73"/>
                </a:solidFill>
                <a:latin typeface="Aptos"/>
                <a:ea typeface="Aptos"/>
                <a:cs typeface="Aptos"/>
              </a:rPr>
              <a:t>O formulário registra sugestões e problemas</a:t>
            </a:r>
          </a:p>
          <a:p xmlns:a="http://schemas.openxmlformats.org/drawingml/2006/main">
            <a:pPr algn="l">
              <a:defRPr sz="2250" b="0">
                <a:solidFill>
                  <a:srgbClr val="070E73"/>
                </a:solidFill>
                <a:latin typeface="Aptos"/>
                <a:ea typeface="Aptos"/>
                <a:cs typeface="Aptos"/>
              </a:defRPr>
            </a:pPr>
            <a:r>
              <a:rPr sz="2250" b="0">
                <a:solidFill>
                  <a:srgbClr val="070E73"/>
                </a:solidFill>
                <a:latin typeface="Aptos"/>
                <a:ea typeface="Aptos"/>
                <a:cs typeface="Aptos"/>
              </a:rPr>
              <a:t>sem anexar automaticamente a conversa.</a:t>
            </a:r>
          </a:p>
        </p:txBody>
      </p:sp>
      <p:sp>
        <p:nvSpPr>
          <p:cNvPr id="21" name="destaque-415">
            <a:extLst xmlns:a="http://schemas.openxmlformats.org/drawingml/2006/main">
              <a:ext uri="{FF2B5EF4-FFF2-40B4-BE49-F238E27FC236}">
                <a16:creationId xmlns:a16="http://schemas.microsoft.com/office/drawing/2014/main" id="{FA7D6D58-8C04-49CE-B523-A8BCF134A3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3952875"/>
            <a:ext cx="947737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400" b="1">
                <a:solidFill>
                  <a:srgbClr val="070E73"/>
                </a:solidFill>
                <a:latin typeface="Aptos Display"/>
                <a:ea typeface="Aptos Display"/>
                <a:cs typeface="Aptos Display"/>
              </a:defRPr>
            </a:defPPr>
          </a:lstStyle>
          <a:p xmlns:a="http://schemas.openxmlformats.org/drawingml/2006/main">
            <a:pPr algn="l">
              <a:defRPr sz="2400" b="1">
                <a:solidFill>
                  <a:srgbClr val="070E73"/>
                </a:solidFill>
                <a:latin typeface="Aptos Display"/>
                <a:ea typeface="Aptos Display"/>
                <a:cs typeface="Aptos Display"/>
              </a:defRPr>
            </a:pPr>
            <a:r>
              <a:rPr sz="2400" b="1">
                <a:solidFill>
                  <a:srgbClr val="070E73"/>
                </a:solidFill>
                <a:latin typeface="Aptos Display"/>
                <a:ea typeface="Aptos Display"/>
                <a:cs typeface="Aptos Display"/>
              </a:rPr>
              <a:t>Métricas para acompanhar o funcionamento</a:t>
            </a:r>
          </a:p>
        </p:txBody>
      </p:sp>
      <p:sp>
        <p:nvSpPr>
          <p:cNvPr id="22" name="texto-415">
            <a:extLst xmlns:a="http://schemas.openxmlformats.org/drawingml/2006/main">
              <a:ext uri="{FF2B5EF4-FFF2-40B4-BE49-F238E27FC236}">
                <a16:creationId xmlns:a16="http://schemas.microsoft.com/office/drawing/2014/main" id="{995B04E5-1CDF-45F3-BB26-0048103BD5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4391025"/>
            <a:ext cx="9477375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0">
                <a:solidFill>
                  <a:srgbClr val="070E73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 algn="l">
              <a:defRPr sz="2250" b="0">
                <a:solidFill>
                  <a:srgbClr val="070E73"/>
                </a:solidFill>
                <a:latin typeface="Aptos"/>
                <a:ea typeface="Aptos"/>
                <a:cs typeface="Aptos"/>
              </a:defRPr>
            </a:pPr>
            <a:r>
              <a:rPr sz="2250" b="0">
                <a:solidFill>
                  <a:srgbClr val="070E73"/>
                </a:solidFill>
                <a:latin typeface="Aptos"/>
                <a:ea typeface="Aptos"/>
                <a:cs typeface="Aptos"/>
              </a:rPr>
              <a:t>O aplicativo conta análises e chamadas à IA,</a:t>
            </a:r>
          </a:p>
          <a:p xmlns:a="http://schemas.openxmlformats.org/drawingml/2006/main">
            <a:pPr algn="l">
              <a:defRPr sz="2250" b="0">
                <a:solidFill>
                  <a:srgbClr val="070E73"/>
                </a:solidFill>
                <a:latin typeface="Aptos"/>
                <a:ea typeface="Aptos"/>
                <a:cs typeface="Aptos"/>
              </a:defRPr>
            </a:pPr>
            <a:r>
              <a:rPr sz="2250" b="0">
                <a:solidFill>
                  <a:srgbClr val="070E73"/>
                </a:solidFill>
                <a:latin typeface="Aptos"/>
                <a:ea typeface="Aptos"/>
                <a:cs typeface="Aptos"/>
              </a:rPr>
              <a:t>registra falhas e o tempo médio de resposta.</a:t>
            </a:r>
          </a:p>
        </p:txBody>
      </p:sp>
      <p:sp>
        <p:nvSpPr>
          <p:cNvPr id="23" name="fechamento">
            <a:extLst xmlns:a="http://schemas.openxmlformats.org/drawingml/2006/main">
              <a:ext uri="{FF2B5EF4-FFF2-40B4-BE49-F238E27FC236}">
                <a16:creationId xmlns:a16="http://schemas.microsoft.com/office/drawing/2014/main" id="{4B8F5FC2-D496-41CB-A522-583C8E06A5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5381625"/>
            <a:ext cx="94773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1">
                <a:solidFill>
                  <a:srgbClr val="070E73"/>
                </a:solidFill>
                <a:latin typeface="Aptos Display"/>
                <a:ea typeface="Aptos Display"/>
                <a:cs typeface="Aptos Display"/>
              </a:defRPr>
            </a:defPPr>
          </a:lstStyle>
          <a:p xmlns:a="http://schemas.openxmlformats.org/drawingml/2006/main">
            <a:pPr algn="l">
              <a:defRPr sz="1950" b="1">
                <a:solidFill>
                  <a:srgbClr val="070E73"/>
                </a:solidFill>
                <a:latin typeface="Aptos Display"/>
                <a:ea typeface="Aptos Display"/>
                <a:cs typeface="Aptos Display"/>
              </a:defRPr>
            </a:pPr>
            <a:r>
              <a:rPr sz="1950" b="1">
                <a:solidFill>
                  <a:srgbClr val="070E73"/>
                </a:solidFill>
                <a:latin typeface="Aptos Display"/>
                <a:ea typeface="Aptos Display"/>
                <a:cs typeface="Aptos Display"/>
              </a:rPr>
              <a:t>Os registros ficam locais e podem ser exportados para revisão.</a:t>
            </a:r>
          </a:p>
        </p:txBody>
      </p:sp>
    </p:spTree>
    <p:extLst>
      <p:ext uri="{BB962C8B-B14F-4D97-AF65-F5344CB8AC3E}">
        <p14:creationId xmlns:p14="http://schemas.microsoft.com/office/powerpoint/2010/main" val="1259437899"/>
      </p:ext>
    </p:extLst>
  </p:cSld>
</p:sld>
</file>

<file path=ppt/slides/slide1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9" name="Picture 2">
            <a:extLst xmlns:a="http://schemas.openxmlformats.org/drawingml/2006/main">
              <a:ext uri="{FF2B5EF4-FFF2-40B4-BE49-F238E27FC236}">
                <a16:creationId xmlns:a16="http://schemas.microsoft.com/office/drawing/2014/main" id="{DB7D6B86-023A-47B3-9B31-BFC86EF74E83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d98ad56a9ba4a7c"/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pic>
        <p:nvPicPr>
          <p:cNvPr id="6" name="Graphic 1">
            <a:extLst xmlns:a="http://schemas.openxmlformats.org/drawingml/2006/main">
              <a:ext uri="{FF2B5EF4-FFF2-40B4-BE49-F238E27FC236}">
                <a16:creationId xmlns:a16="http://schemas.microsoft.com/office/drawing/2014/main" id="{C39B20F2-CADF-459E-9784-818F9622A436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d98ad56a9ba4a7c">
            <a:extLst>
              <a:ext uri="{96DAC541-7B7A-43D3-8B79-37D633B846F1}">
                <asvg:svgBlip xmlns:asvg="http://schemas.microsoft.com/office/drawing/2016/SVG/main" r:embed="R2f71c3f7d22a4f63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0961253" y="6418396"/>
            <a:ext cx="954951" cy="260544"/>
          </a:xfrm>
          <a:prstGeom xmlns:a="http://schemas.openxmlformats.org/drawingml/2006/main" prst="rect">
            <a:avLst/>
          </a:prstGeom>
        </p:spPr>
      </p:pic>
      <p:sp>
        <p:nvSpPr>
          <p:cNvPr id="17" name="CaixaDeTexto 16">
            <a:extLst xmlns:a="http://schemas.openxmlformats.org/drawingml/2006/main">
              <a:ext uri="{FF2B5EF4-FFF2-40B4-BE49-F238E27FC236}">
                <a16:creationId xmlns:a16="http://schemas.microsoft.com/office/drawing/2014/main" id="{2658AB85-F832-39C9-57C9-ECDEBC7377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3746" y="1287304"/>
            <a:ext cx="10164509" cy="4733258"/>
          </a:xfrm>
          <a:prstGeom xmlns:a="http://schemas.openxmlformats.org/drawingml/2006/main" prst="flowChartAlternateProcess">
            <a:avLst/>
          </a:prstGeom>
          <a:ln xmlns:a="http://schemas.openxmlformats.org/drawingml/2006/main">
            <a:solidFill>
              <a:srgbClr val="070E73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1">
            <a:schemeClr val="l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dk1"/>
          </a:fontRef>
        </p:style>
        <p:txBody>
          <a:bodyPr xmlns:a="http://schemas.openxmlformats.org/drawingml/2006/main" wrap="square">
            <a:noAutofit/>
          </a:bodyPr>
          <a:lstStyle xmlns:a="http://schemas.openxmlformats.org/drawingml/2006/main"/>
          <a:p xmlns:a="http://schemas.openxmlformats.org/drawingml/2006/main">
            <a:r>
              <a:rPr sz="4000" b="1">
                <a:solidFill>
                  <a:srgbClr val="070E73"/>
                </a:solidFill>
              </a:rPr>
              <a:t/>
            </a:r>
          </a:p>
        </p:txBody>
      </p:sp>
      <p:sp>
        <p:nvSpPr>
          <p:cNvPr id="18" name="titulo">
            <a:extLst xmlns:a="http://schemas.openxmlformats.org/drawingml/2006/main">
              <a:ext uri="{FF2B5EF4-FFF2-40B4-BE49-F238E27FC236}">
                <a16:creationId xmlns:a16="http://schemas.microsoft.com/office/drawing/2014/main" id="{4D4889EF-3380-4829-9A16-267BE15F00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1581150"/>
            <a:ext cx="9525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600" b="1">
                <a:solidFill>
                  <a:srgbClr val="070E73"/>
                </a:solidFill>
                <a:latin typeface="Aptos Display"/>
                <a:ea typeface="Aptos Display"/>
                <a:cs typeface="Aptos Display"/>
              </a:defRPr>
            </a:defPPr>
          </a:lstStyle>
          <a:p xmlns:a="http://schemas.openxmlformats.org/drawingml/2006/main">
            <a:pPr algn="l">
              <a:defRPr sz="3600" b="1">
                <a:solidFill>
                  <a:srgbClr val="070E73"/>
                </a:solidFill>
                <a:latin typeface="Aptos Display"/>
                <a:ea typeface="Aptos Display"/>
                <a:cs typeface="Aptos Display"/>
              </a:defRPr>
            </a:pPr>
            <a:r>
              <a:rPr sz="3600" b="1">
                <a:solidFill>
                  <a:srgbClr val="070E73"/>
                </a:solidFill>
                <a:latin typeface="Aptos Display"/>
                <a:ea typeface="Aptos Display"/>
                <a:cs typeface="Aptos Display"/>
              </a:rPr>
              <a:t>Evolução do projeto</a:t>
            </a:r>
          </a:p>
        </p:txBody>
      </p:sp>
      <p:sp>
        <p:nvSpPr>
          <p:cNvPr id="19" name="destaque-271">
            <a:extLst xmlns:a="http://schemas.openxmlformats.org/drawingml/2006/main">
              <a:ext uri="{FF2B5EF4-FFF2-40B4-BE49-F238E27FC236}">
                <a16:creationId xmlns:a16="http://schemas.microsoft.com/office/drawing/2014/main" id="{057D89CB-B474-4A5C-974F-71BAAA83CB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2581275"/>
            <a:ext cx="947737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400" b="1">
                <a:solidFill>
                  <a:srgbClr val="070E73"/>
                </a:solidFill>
                <a:latin typeface="Aptos Display"/>
                <a:ea typeface="Aptos Display"/>
                <a:cs typeface="Aptos Display"/>
              </a:defRPr>
            </a:defPPr>
          </a:lstStyle>
          <a:p xmlns:a="http://schemas.openxmlformats.org/drawingml/2006/main">
            <a:pPr algn="l">
              <a:defRPr sz="2400" b="1">
                <a:solidFill>
                  <a:srgbClr val="070E73"/>
                </a:solidFill>
                <a:latin typeface="Aptos Display"/>
                <a:ea typeface="Aptos Display"/>
                <a:cs typeface="Aptos Display"/>
              </a:defRPr>
            </a:pPr>
            <a:r>
              <a:rPr sz="2400" b="1">
                <a:solidFill>
                  <a:srgbClr val="070E73"/>
                </a:solidFill>
                <a:latin typeface="Aptos Display"/>
                <a:ea typeface="Aptos Display"/>
                <a:cs typeface="Aptos Display"/>
              </a:rPr>
              <a:t>Extensão e backend online já implementados</a:t>
            </a:r>
          </a:p>
        </p:txBody>
      </p:sp>
      <p:sp>
        <p:nvSpPr>
          <p:cNvPr id="20" name="texto-271">
            <a:extLst xmlns:a="http://schemas.openxmlformats.org/drawingml/2006/main">
              <a:ext uri="{FF2B5EF4-FFF2-40B4-BE49-F238E27FC236}">
                <a16:creationId xmlns:a16="http://schemas.microsoft.com/office/drawing/2014/main" id="{210A763F-7C49-491D-B7B0-B42C592DC6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3019425"/>
            <a:ext cx="9477375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0">
                <a:solidFill>
                  <a:srgbClr val="070E73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 algn="l">
              <a:defRPr sz="2250" b="0">
                <a:solidFill>
                  <a:srgbClr val="070E73"/>
                </a:solidFill>
                <a:latin typeface="Aptos"/>
                <a:ea typeface="Aptos"/>
                <a:cs typeface="Aptos"/>
              </a:defRPr>
            </a:pPr>
            <a:r>
              <a:rPr sz="2250" b="0">
                <a:solidFill>
                  <a:srgbClr val="070E73"/>
                </a:solidFill>
                <a:latin typeface="Aptos"/>
                <a:ea typeface="Aptos"/>
                <a:cs typeface="Aptos"/>
              </a:rPr>
              <a:t>O projeto passou pela extensão Chrome, API compartilhada</a:t>
            </a:r>
          </a:p>
          <a:p xmlns:a="http://schemas.openxmlformats.org/drawingml/2006/main">
            <a:pPr algn="l">
              <a:defRPr sz="2250" b="0">
                <a:solidFill>
                  <a:srgbClr val="070E73"/>
                </a:solidFill>
                <a:latin typeface="Aptos"/>
                <a:ea typeface="Aptos"/>
                <a:cs typeface="Aptos"/>
              </a:defRPr>
            </a:pPr>
            <a:r>
              <a:rPr sz="2250" b="0">
                <a:solidFill>
                  <a:srgbClr val="070E73"/>
                </a:solidFill>
                <a:latin typeface="Aptos"/>
                <a:ea typeface="Aptos"/>
                <a:cs typeface="Aptos"/>
              </a:rPr>
              <a:t>e painel administrativo de uso e feedback.</a:t>
            </a:r>
          </a:p>
        </p:txBody>
      </p:sp>
      <p:sp>
        <p:nvSpPr>
          <p:cNvPr id="21" name="destaque-415">
            <a:extLst xmlns:a="http://schemas.openxmlformats.org/drawingml/2006/main">
              <a:ext uri="{FF2B5EF4-FFF2-40B4-BE49-F238E27FC236}">
                <a16:creationId xmlns:a16="http://schemas.microsoft.com/office/drawing/2014/main" id="{A9DAA2D8-8F9F-446F-B017-249907D6C8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3952875"/>
            <a:ext cx="947737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400" b="1">
                <a:solidFill>
                  <a:srgbClr val="070E73"/>
                </a:solidFill>
                <a:latin typeface="Aptos Display"/>
                <a:ea typeface="Aptos Display"/>
                <a:cs typeface="Aptos Display"/>
              </a:defRPr>
            </a:defPPr>
          </a:lstStyle>
          <a:p xmlns:a="http://schemas.openxmlformats.org/drawingml/2006/main">
            <a:pPr algn="l">
              <a:defRPr sz="2400" b="1">
                <a:solidFill>
                  <a:srgbClr val="070E73"/>
                </a:solidFill>
                <a:latin typeface="Aptos Display"/>
                <a:ea typeface="Aptos Display"/>
                <a:cs typeface="Aptos Display"/>
              </a:defRPr>
            </a:pPr>
            <a:r>
              <a:rPr sz="2400" b="1">
                <a:solidFill>
                  <a:srgbClr val="070E73"/>
                </a:solidFill>
                <a:latin typeface="Aptos Display"/>
                <a:ea typeface="Aptos Display"/>
                <a:cs typeface="Aptos Display"/>
              </a:rPr>
              <a:t>Desenvolvimento atual no desktop offline</a:t>
            </a:r>
          </a:p>
        </p:txBody>
      </p:sp>
      <p:sp>
        <p:nvSpPr>
          <p:cNvPr id="22" name="texto-415">
            <a:extLst xmlns:a="http://schemas.openxmlformats.org/drawingml/2006/main">
              <a:ext uri="{FF2B5EF4-FFF2-40B4-BE49-F238E27FC236}">
                <a16:creationId xmlns:a16="http://schemas.microsoft.com/office/drawing/2014/main" id="{32C3F729-17DA-4572-9D13-08A7086354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4391025"/>
            <a:ext cx="9477375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0">
                <a:solidFill>
                  <a:srgbClr val="070E73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 algn="l">
              <a:defRPr sz="2250" b="0">
                <a:solidFill>
                  <a:srgbClr val="070E73"/>
                </a:solidFill>
                <a:latin typeface="Aptos"/>
                <a:ea typeface="Aptos"/>
                <a:cs typeface="Aptos"/>
              </a:defRPr>
            </a:pPr>
            <a:r>
              <a:rPr sz="2250" b="0">
                <a:solidFill>
                  <a:srgbClr val="070E73"/>
                </a:solidFill>
                <a:latin typeface="Aptos"/>
                <a:ea typeface="Aptos"/>
                <a:cs typeface="Aptos"/>
              </a:rPr>
              <a:t>Reaproveita a base e o motor. O protótipo executável</a:t>
            </a:r>
          </a:p>
          <a:p xmlns:a="http://schemas.openxmlformats.org/drawingml/2006/main">
            <a:pPr algn="l">
              <a:defRPr sz="2250" b="0">
                <a:solidFill>
                  <a:srgbClr val="070E73"/>
                </a:solidFill>
                <a:latin typeface="Aptos"/>
                <a:ea typeface="Aptos"/>
                <a:cs typeface="Aptos"/>
              </a:defRPr>
            </a:pPr>
            <a:r>
              <a:rPr sz="2250" b="0">
                <a:solidFill>
                  <a:srgbClr val="070E73"/>
                </a:solidFill>
                <a:latin typeface="Aptos"/>
                <a:ea typeface="Aptos"/>
                <a:cs typeface="Aptos"/>
              </a:rPr>
              <a:t>leva a IA local e os recursos do aplicativo.</a:t>
            </a:r>
          </a:p>
        </p:txBody>
      </p:sp>
      <p:sp>
        <p:nvSpPr>
          <p:cNvPr id="23" name="fechamento">
            <a:extLst xmlns:a="http://schemas.openxmlformats.org/drawingml/2006/main">
              <a:ext uri="{FF2B5EF4-FFF2-40B4-BE49-F238E27FC236}">
                <a16:creationId xmlns:a16="http://schemas.microsoft.com/office/drawing/2014/main" id="{BE0E5F09-F789-4508-A5D4-E5707E2883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5381625"/>
            <a:ext cx="94773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1">
                <a:solidFill>
                  <a:srgbClr val="070E73"/>
                </a:solidFill>
                <a:latin typeface="Aptos Display"/>
                <a:ea typeface="Aptos Display"/>
                <a:cs typeface="Aptos Display"/>
              </a:defRPr>
            </a:defPPr>
          </a:lstStyle>
          <a:p xmlns:a="http://schemas.openxmlformats.org/drawingml/2006/main">
            <a:pPr algn="l">
              <a:defRPr sz="1950" b="1">
                <a:solidFill>
                  <a:srgbClr val="070E73"/>
                </a:solidFill>
                <a:latin typeface="Aptos Display"/>
                <a:ea typeface="Aptos Display"/>
                <a:cs typeface="Aptos Display"/>
              </a:defRPr>
            </a:pPr>
            <a:r>
              <a:rPr sz="1950" b="1">
                <a:solidFill>
                  <a:srgbClr val="070E73"/>
                </a:solidFill>
                <a:latin typeface="Aptos Display"/>
                <a:ea typeface="Aptos Display"/>
                <a:cs typeface="Aptos Display"/>
              </a:rPr>
              <a:t>Os perfis anteriores continuam preservados no projeto.</a:t>
            </a:r>
          </a:p>
        </p:txBody>
      </p:sp>
    </p:spTree>
    <p:extLst>
      <p:ext uri="{BB962C8B-B14F-4D97-AF65-F5344CB8AC3E}">
        <p14:creationId xmlns:p14="http://schemas.microsoft.com/office/powerpoint/2010/main" val="1259437899"/>
      </p:ext>
    </p:extLst>
  </p:cSld>
</p:sld>
</file>

<file path=ppt/slides/slide1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9" name="Picture 2">
            <a:extLst xmlns:a="http://schemas.openxmlformats.org/drawingml/2006/main">
              <a:ext uri="{FF2B5EF4-FFF2-40B4-BE49-F238E27FC236}">
                <a16:creationId xmlns:a16="http://schemas.microsoft.com/office/drawing/2014/main" id="{DB7D6B86-023A-47B3-9B31-BFC86EF74E83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85c4d0888c645ff"/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pic>
        <p:nvPicPr>
          <p:cNvPr id="6" name="Graphic 1">
            <a:extLst xmlns:a="http://schemas.openxmlformats.org/drawingml/2006/main">
              <a:ext uri="{FF2B5EF4-FFF2-40B4-BE49-F238E27FC236}">
                <a16:creationId xmlns:a16="http://schemas.microsoft.com/office/drawing/2014/main" id="{C39B20F2-CADF-459E-9784-818F9622A436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85c4d0888c645ff">
            <a:extLst>
              <a:ext uri="{96DAC541-7B7A-43D3-8B79-37D633B846F1}">
                <asvg:svgBlip xmlns:asvg="http://schemas.microsoft.com/office/drawing/2016/SVG/main" r:embed="R8adc00ea2d5c43e3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0961253" y="6418396"/>
            <a:ext cx="954951" cy="260544"/>
          </a:xfrm>
          <a:prstGeom xmlns:a="http://schemas.openxmlformats.org/drawingml/2006/main" prst="rect">
            <a:avLst/>
          </a:prstGeom>
        </p:spPr>
      </p:pic>
      <p:sp>
        <p:nvSpPr>
          <p:cNvPr id="17" name="CaixaDeTexto 16">
            <a:extLst xmlns:a="http://schemas.openxmlformats.org/drawingml/2006/main">
              <a:ext uri="{FF2B5EF4-FFF2-40B4-BE49-F238E27FC236}">
                <a16:creationId xmlns:a16="http://schemas.microsoft.com/office/drawing/2014/main" id="{2658AB85-F832-39C9-57C9-ECDEBC7377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3746" y="1287304"/>
            <a:ext cx="10164509" cy="4733258"/>
          </a:xfrm>
          <a:prstGeom xmlns:a="http://schemas.openxmlformats.org/drawingml/2006/main" prst="flowChartAlternateProcess">
            <a:avLst/>
          </a:prstGeom>
          <a:ln xmlns:a="http://schemas.openxmlformats.org/drawingml/2006/main">
            <a:solidFill>
              <a:srgbClr val="070E73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1">
            <a:schemeClr val="l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dk1"/>
          </a:fontRef>
        </p:style>
        <p:txBody>
          <a:bodyPr xmlns:a="http://schemas.openxmlformats.org/drawingml/2006/main" wrap="square">
            <a:noAutofit/>
          </a:bodyPr>
          <a:lstStyle xmlns:a="http://schemas.openxmlformats.org/drawingml/2006/main"/>
          <a:p xmlns:a="http://schemas.openxmlformats.org/drawingml/2006/main">
            <a:r>
              <a:rPr sz="4000" b="1">
                <a:solidFill>
                  <a:srgbClr val="070E73"/>
                </a:solidFill>
              </a:rPr>
              <a:t/>
            </a:r>
          </a:p>
        </p:txBody>
      </p:sp>
      <p:sp>
        <p:nvSpPr>
          <p:cNvPr id="18" name="titulo">
            <a:extLst xmlns:a="http://schemas.openxmlformats.org/drawingml/2006/main">
              <a:ext uri="{FF2B5EF4-FFF2-40B4-BE49-F238E27FC236}">
                <a16:creationId xmlns:a16="http://schemas.microsoft.com/office/drawing/2014/main" id="{7C64F7A9-7E36-425C-856A-7BE0A7EBB6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1581150"/>
            <a:ext cx="9525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600" b="1">
                <a:solidFill>
                  <a:srgbClr val="070E73"/>
                </a:solidFill>
                <a:latin typeface="Aptos Display"/>
                <a:ea typeface="Aptos Display"/>
                <a:cs typeface="Aptos Display"/>
              </a:defRPr>
            </a:defPPr>
          </a:lstStyle>
          <a:p xmlns:a="http://schemas.openxmlformats.org/drawingml/2006/main">
            <a:pPr algn="l">
              <a:defRPr sz="3600" b="1">
                <a:solidFill>
                  <a:srgbClr val="070E73"/>
                </a:solidFill>
                <a:latin typeface="Aptos Display"/>
                <a:ea typeface="Aptos Display"/>
                <a:cs typeface="Aptos Display"/>
              </a:defRPr>
            </a:pPr>
            <a:r>
              <a:rPr sz="3600" b="1">
                <a:solidFill>
                  <a:srgbClr val="070E73"/>
                </a:solidFill>
                <a:latin typeface="Aptos Display"/>
                <a:ea typeface="Aptos Display"/>
                <a:cs typeface="Aptos Display"/>
              </a:rPr>
              <a:t>O que estou fazendo agora</a:t>
            </a:r>
          </a:p>
        </p:txBody>
      </p:sp>
      <p:sp>
        <p:nvSpPr>
          <p:cNvPr id="19" name="destaque-271">
            <a:extLst xmlns:a="http://schemas.openxmlformats.org/drawingml/2006/main">
              <a:ext uri="{FF2B5EF4-FFF2-40B4-BE49-F238E27FC236}">
                <a16:creationId xmlns:a16="http://schemas.microsoft.com/office/drawing/2014/main" id="{6B047041-6D5D-4843-9DED-7737368F51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2581275"/>
            <a:ext cx="947737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400" b="1">
                <a:solidFill>
                  <a:srgbClr val="070E73"/>
                </a:solidFill>
                <a:latin typeface="Aptos Display"/>
                <a:ea typeface="Aptos Display"/>
                <a:cs typeface="Aptos Display"/>
              </a:defRPr>
            </a:defPPr>
          </a:lstStyle>
          <a:p xmlns:a="http://schemas.openxmlformats.org/drawingml/2006/main">
            <a:pPr algn="l">
              <a:defRPr sz="2400" b="1">
                <a:solidFill>
                  <a:srgbClr val="070E73"/>
                </a:solidFill>
                <a:latin typeface="Aptos Display"/>
                <a:ea typeface="Aptos Display"/>
                <a:cs typeface="Aptos Display"/>
              </a:defRPr>
            </a:pPr>
            <a:r>
              <a:rPr sz="2400" b="1">
                <a:solidFill>
                  <a:srgbClr val="070E73"/>
                </a:solidFill>
                <a:latin typeface="Aptos Display"/>
                <a:ea typeface="Aptos Display"/>
                <a:cs typeface="Aptos Display"/>
              </a:rPr>
              <a:t>Melhorar interpretação e tempo de resposta</a:t>
            </a:r>
          </a:p>
        </p:txBody>
      </p:sp>
      <p:sp>
        <p:nvSpPr>
          <p:cNvPr id="20" name="texto-271">
            <a:extLst xmlns:a="http://schemas.openxmlformats.org/drawingml/2006/main">
              <a:ext uri="{FF2B5EF4-FFF2-40B4-BE49-F238E27FC236}">
                <a16:creationId xmlns:a16="http://schemas.microsoft.com/office/drawing/2014/main" id="{F0B25A79-78A4-4AF4-BB78-E52A7C87BE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3019425"/>
            <a:ext cx="9477375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0">
                <a:solidFill>
                  <a:srgbClr val="070E73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 algn="l">
              <a:defRPr sz="2250" b="0">
                <a:solidFill>
                  <a:srgbClr val="070E73"/>
                </a:solidFill>
                <a:latin typeface="Aptos"/>
                <a:ea typeface="Aptos"/>
                <a:cs typeface="Aptos"/>
              </a:defRPr>
            </a:pPr>
            <a:r>
              <a:rPr sz="2250" b="0">
                <a:solidFill>
                  <a:srgbClr val="070E73"/>
                </a:solidFill>
                <a:latin typeface="Aptos"/>
                <a:ea typeface="Aptos"/>
                <a:cs typeface="Aptos"/>
              </a:rPr>
              <a:t>Estou comparando o comportamento da IA com os casos</a:t>
            </a:r>
          </a:p>
          <a:p xmlns:a="http://schemas.openxmlformats.org/drawingml/2006/main">
            <a:pPr algn="l">
              <a:defRPr sz="2250" b="0">
                <a:solidFill>
                  <a:srgbClr val="070E73"/>
                </a:solidFill>
                <a:latin typeface="Aptos"/>
                <a:ea typeface="Aptos"/>
                <a:cs typeface="Aptos"/>
              </a:defRPr>
            </a:pPr>
            <a:r>
              <a:rPr sz="2250" b="0">
                <a:solidFill>
                  <a:srgbClr val="070E73"/>
                </a:solidFill>
                <a:latin typeface="Aptos"/>
                <a:ea typeface="Aptos"/>
                <a:cs typeface="Aptos"/>
              </a:rPr>
              <a:t>de teste e ajustando o fluxo da análise.</a:t>
            </a:r>
          </a:p>
        </p:txBody>
      </p:sp>
      <p:sp>
        <p:nvSpPr>
          <p:cNvPr id="21" name="destaque-415">
            <a:extLst xmlns:a="http://schemas.openxmlformats.org/drawingml/2006/main">
              <a:ext uri="{FF2B5EF4-FFF2-40B4-BE49-F238E27FC236}">
                <a16:creationId xmlns:a16="http://schemas.microsoft.com/office/drawing/2014/main" id="{2AF633B9-B311-4DAE-A692-EF96A5186D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3952875"/>
            <a:ext cx="947737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400" b="1">
                <a:solidFill>
                  <a:srgbClr val="070E73"/>
                </a:solidFill>
                <a:latin typeface="Aptos Display"/>
                <a:ea typeface="Aptos Display"/>
                <a:cs typeface="Aptos Display"/>
              </a:defRPr>
            </a:defPPr>
          </a:lstStyle>
          <a:p xmlns:a="http://schemas.openxmlformats.org/drawingml/2006/main">
            <a:pPr algn="l">
              <a:defRPr sz="2400" b="1">
                <a:solidFill>
                  <a:srgbClr val="070E73"/>
                </a:solidFill>
                <a:latin typeface="Aptos Display"/>
                <a:ea typeface="Aptos Display"/>
                <a:cs typeface="Aptos Display"/>
              </a:defRPr>
            </a:pPr>
            <a:r>
              <a:rPr sz="2400" b="1">
                <a:solidFill>
                  <a:srgbClr val="070E73"/>
                </a:solidFill>
                <a:latin typeface="Aptos Display"/>
                <a:ea typeface="Aptos Display"/>
                <a:cs typeface="Aptos Display"/>
              </a:rPr>
              <a:t>Ampliar o conhecimento dos serviços</a:t>
            </a:r>
          </a:p>
        </p:txBody>
      </p:sp>
      <p:sp>
        <p:nvSpPr>
          <p:cNvPr id="22" name="texto-415">
            <a:extLst xmlns:a="http://schemas.openxmlformats.org/drawingml/2006/main">
              <a:ext uri="{FF2B5EF4-FFF2-40B4-BE49-F238E27FC236}">
                <a16:creationId xmlns:a16="http://schemas.microsoft.com/office/drawing/2014/main" id="{E78CB322-B07C-47EA-BA85-90303D4F6D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4391025"/>
            <a:ext cx="9477375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0">
                <a:solidFill>
                  <a:srgbClr val="070E73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 algn="l">
              <a:defRPr sz="2250" b="0">
                <a:solidFill>
                  <a:srgbClr val="070E73"/>
                </a:solidFill>
                <a:latin typeface="Aptos"/>
                <a:ea typeface="Aptos"/>
                <a:cs typeface="Aptos"/>
              </a:defRPr>
            </a:pPr>
            <a:r>
              <a:rPr sz="2250" b="0">
                <a:solidFill>
                  <a:srgbClr val="070E73"/>
                </a:solidFill>
                <a:latin typeface="Aptos"/>
                <a:ea typeface="Aptos"/>
                <a:cs typeface="Aptos"/>
              </a:rPr>
              <a:t>Estou revisando regras, parametrizações e exceções</a:t>
            </a:r>
          </a:p>
          <a:p xmlns:a="http://schemas.openxmlformats.org/drawingml/2006/main">
            <a:pPr algn="l">
              <a:defRPr sz="2250" b="0">
                <a:solidFill>
                  <a:srgbClr val="070E73"/>
                </a:solidFill>
                <a:latin typeface="Aptos"/>
                <a:ea typeface="Aptos"/>
                <a:cs typeface="Aptos"/>
              </a:defRPr>
            </a:pPr>
            <a:r>
              <a:rPr sz="2250" b="0">
                <a:solidFill>
                  <a:srgbClr val="070E73"/>
                </a:solidFill>
                <a:latin typeface="Aptos"/>
                <a:ea typeface="Aptos"/>
                <a:cs typeface="Aptos"/>
              </a:rPr>
              <a:t>para aumentar a cobertura da base.</a:t>
            </a:r>
          </a:p>
        </p:txBody>
      </p:sp>
      <p:sp>
        <p:nvSpPr>
          <p:cNvPr id="23" name="fechamento">
            <a:extLst xmlns:a="http://schemas.openxmlformats.org/drawingml/2006/main">
              <a:ext uri="{FF2B5EF4-FFF2-40B4-BE49-F238E27FC236}">
                <a16:creationId xmlns:a16="http://schemas.microsoft.com/office/drawing/2014/main" id="{5C6C1926-B3B8-4584-8353-A4784B9DB5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5381625"/>
            <a:ext cx="94773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1">
                <a:solidFill>
                  <a:srgbClr val="070E73"/>
                </a:solidFill>
                <a:latin typeface="Aptos Display"/>
                <a:ea typeface="Aptos Display"/>
                <a:cs typeface="Aptos Display"/>
              </a:defRPr>
            </a:defPPr>
          </a:lstStyle>
          <a:p xmlns:a="http://schemas.openxmlformats.org/drawingml/2006/main">
            <a:pPr algn="l">
              <a:defRPr sz="1950" b="1">
                <a:solidFill>
                  <a:srgbClr val="070E73"/>
                </a:solidFill>
                <a:latin typeface="Aptos Display"/>
                <a:ea typeface="Aptos Display"/>
                <a:cs typeface="Aptos Display"/>
              </a:defRPr>
            </a:pPr>
            <a:r>
              <a:rPr sz="1950" b="1">
                <a:solidFill>
                  <a:srgbClr val="070E73"/>
                </a:solidFill>
                <a:latin typeface="Aptos Display"/>
                <a:ea typeface="Aptos Display"/>
                <a:cs typeface="Aptos Display"/>
              </a:rPr>
              <a:t>O projeto já tem protótipo executável e testes automatizados.</a:t>
            </a:r>
          </a:p>
        </p:txBody>
      </p:sp>
    </p:spTree>
    <p:extLst>
      <p:ext uri="{BB962C8B-B14F-4D97-AF65-F5344CB8AC3E}">
        <p14:creationId xmlns:p14="http://schemas.microsoft.com/office/powerpoint/2010/main" val="1259437899"/>
      </p:ext>
    </p:extLst>
  </p:cSld>
</p:sld>
</file>

<file path=ppt/slides/slide1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9" name="Picture 2">
            <a:extLst xmlns:a="http://schemas.openxmlformats.org/drawingml/2006/main">
              <a:ext uri="{FF2B5EF4-FFF2-40B4-BE49-F238E27FC236}">
                <a16:creationId xmlns:a16="http://schemas.microsoft.com/office/drawing/2014/main" id="{DB7D6B86-023A-47B3-9B31-BFC86EF74E83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4377c30824c4381"/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pic>
        <p:nvPicPr>
          <p:cNvPr id="6" name="Graphic 1">
            <a:extLst xmlns:a="http://schemas.openxmlformats.org/drawingml/2006/main">
              <a:ext uri="{FF2B5EF4-FFF2-40B4-BE49-F238E27FC236}">
                <a16:creationId xmlns:a16="http://schemas.microsoft.com/office/drawing/2014/main" id="{C39B20F2-CADF-459E-9784-818F9622A436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4377c30824c4381">
            <a:extLst>
              <a:ext uri="{96DAC541-7B7A-43D3-8B79-37D633B846F1}">
                <asvg:svgBlip xmlns:asvg="http://schemas.microsoft.com/office/drawing/2016/SVG/main" r:embed="Rdd93169970324b1e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0961253" y="6418396"/>
            <a:ext cx="954951" cy="260544"/>
          </a:xfrm>
          <a:prstGeom xmlns:a="http://schemas.openxmlformats.org/drawingml/2006/main" prst="rect">
            <a:avLst/>
          </a:prstGeom>
        </p:spPr>
      </p:pic>
      <p:sp>
        <p:nvSpPr>
          <p:cNvPr id="17" name="CaixaDeTexto 16">
            <a:extLst xmlns:a="http://schemas.openxmlformats.org/drawingml/2006/main">
              <a:ext uri="{FF2B5EF4-FFF2-40B4-BE49-F238E27FC236}">
                <a16:creationId xmlns:a16="http://schemas.microsoft.com/office/drawing/2014/main" id="{2658AB85-F832-39C9-57C9-ECDEBC7377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3746" y="1287304"/>
            <a:ext cx="10164509" cy="4733258"/>
          </a:xfrm>
          <a:prstGeom xmlns:a="http://schemas.openxmlformats.org/drawingml/2006/main" prst="flowChartAlternateProcess">
            <a:avLst/>
          </a:prstGeom>
          <a:ln xmlns:a="http://schemas.openxmlformats.org/drawingml/2006/main">
            <a:solidFill>
              <a:srgbClr val="070E73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1">
            <a:schemeClr val="l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dk1"/>
          </a:fontRef>
        </p:style>
        <p:txBody>
          <a:bodyPr xmlns:a="http://schemas.openxmlformats.org/drawingml/2006/main" wrap="square">
            <a:noAutofit/>
          </a:bodyPr>
          <a:lstStyle xmlns:a="http://schemas.openxmlformats.org/drawingml/2006/main"/>
          <a:p xmlns:a="http://schemas.openxmlformats.org/drawingml/2006/main">
            <a:r>
              <a:rPr sz="4000" b="1">
                <a:solidFill>
                  <a:srgbClr val="070E73"/>
                </a:solidFill>
              </a:rPr>
              <a:t/>
            </a:r>
          </a:p>
        </p:txBody>
      </p:sp>
      <p:sp>
        <p:nvSpPr>
          <p:cNvPr id="18" name="titulo">
            <a:extLst xmlns:a="http://schemas.openxmlformats.org/drawingml/2006/main">
              <a:ext uri="{FF2B5EF4-FFF2-40B4-BE49-F238E27FC236}">
                <a16:creationId xmlns:a16="http://schemas.microsoft.com/office/drawing/2014/main" id="{25682E04-93C3-453F-99CB-1D10FF461A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1581150"/>
            <a:ext cx="9525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600" b="1">
                <a:solidFill>
                  <a:srgbClr val="070E73"/>
                </a:solidFill>
                <a:latin typeface="Aptos Display"/>
                <a:ea typeface="Aptos Display"/>
                <a:cs typeface="Aptos Display"/>
              </a:defRPr>
            </a:defPPr>
          </a:lstStyle>
          <a:p xmlns:a="http://schemas.openxmlformats.org/drawingml/2006/main">
            <a:pPr algn="l">
              <a:defRPr sz="3600" b="1">
                <a:solidFill>
                  <a:srgbClr val="070E73"/>
                </a:solidFill>
                <a:latin typeface="Aptos Display"/>
                <a:ea typeface="Aptos Display"/>
                <a:cs typeface="Aptos Display"/>
              </a:defRPr>
            </a:pPr>
            <a:r>
              <a:rPr sz="3600" b="1">
                <a:solidFill>
                  <a:srgbClr val="070E73"/>
                </a:solidFill>
                <a:latin typeface="Aptos Display"/>
                <a:ea typeface="Aptos Display"/>
                <a:cs typeface="Aptos Display"/>
              </a:rPr>
              <a:t>Demonstração do AEBOT</a:t>
            </a:r>
          </a:p>
        </p:txBody>
      </p:sp>
      <p:sp>
        <p:nvSpPr>
          <p:cNvPr id="19" name="demo1">
            <a:extLst xmlns:a="http://schemas.openxmlformats.org/drawingml/2006/main">
              <a:ext uri="{FF2B5EF4-FFF2-40B4-BE49-F238E27FC236}">
                <a16:creationId xmlns:a16="http://schemas.microsoft.com/office/drawing/2014/main" id="{5DCD8159-44E7-435A-AB96-D4FF4DD8F8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2657475"/>
            <a:ext cx="9477375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325" b="0">
                <a:solidFill>
                  <a:srgbClr val="070E73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 algn="l">
              <a:defRPr sz="2325" b="0">
                <a:solidFill>
                  <a:srgbClr val="070E73"/>
                </a:solidFill>
                <a:latin typeface="Aptos"/>
                <a:ea typeface="Aptos"/>
                <a:cs typeface="Aptos"/>
              </a:defRPr>
            </a:pPr>
            <a:r>
              <a:rPr sz="2325" b="0">
                <a:solidFill>
                  <a:srgbClr val="070E73"/>
                </a:solidFill>
                <a:latin typeface="Aptos"/>
                <a:ea typeface="Aptos"/>
                <a:cs typeface="Aptos"/>
              </a:rPr>
              <a:t>Vou mostrar o catálogo e o conhecimento de um serviço.</a:t>
            </a:r>
          </a:p>
        </p:txBody>
      </p:sp>
      <p:sp>
        <p:nvSpPr>
          <p:cNvPr id="20" name="demo2">
            <a:extLst xmlns:a="http://schemas.openxmlformats.org/drawingml/2006/main">
              <a:ext uri="{FF2B5EF4-FFF2-40B4-BE49-F238E27FC236}">
                <a16:creationId xmlns:a16="http://schemas.microsoft.com/office/drawing/2014/main" id="{C64CEF74-7A98-40D2-9C0D-CD0F8C1A4E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3638550"/>
            <a:ext cx="9477375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325" b="0">
                <a:solidFill>
                  <a:srgbClr val="070E73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 algn="l">
              <a:defRPr sz="2325" b="0">
                <a:solidFill>
                  <a:srgbClr val="070E73"/>
                </a:solidFill>
                <a:latin typeface="Aptos"/>
                <a:ea typeface="Aptos"/>
                <a:cs typeface="Aptos"/>
              </a:defRPr>
            </a:pPr>
            <a:r>
              <a:rPr sz="2325" b="0">
                <a:solidFill>
                  <a:srgbClr val="070E73"/>
                </a:solidFill>
                <a:latin typeface="Aptos"/>
                <a:ea typeface="Aptos"/>
                <a:cs typeface="Aptos"/>
              </a:rPr>
              <a:t>Depois, uma consulta no chat e a continuação da conversa.</a:t>
            </a:r>
          </a:p>
        </p:txBody>
      </p:sp>
      <p:sp>
        <p:nvSpPr>
          <p:cNvPr id="21" name="demo3">
            <a:extLst xmlns:a="http://schemas.openxmlformats.org/drawingml/2006/main">
              <a:ext uri="{FF2B5EF4-FFF2-40B4-BE49-F238E27FC236}">
                <a16:creationId xmlns:a16="http://schemas.microsoft.com/office/drawing/2014/main" id="{79C89D6E-EECE-4698-B894-45E6C13CFF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4619625"/>
            <a:ext cx="9477375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325" b="0">
                <a:solidFill>
                  <a:srgbClr val="070E73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 algn="l">
              <a:defRPr sz="2325" b="0">
                <a:solidFill>
                  <a:srgbClr val="070E73"/>
                </a:solidFill>
                <a:latin typeface="Aptos"/>
                <a:ea typeface="Aptos"/>
                <a:cs typeface="Aptos"/>
              </a:defRPr>
            </a:pPr>
            <a:r>
              <a:rPr sz="2325" b="0">
                <a:solidFill>
                  <a:srgbClr val="070E73"/>
                </a:solidFill>
                <a:latin typeface="Aptos"/>
                <a:ea typeface="Aptos"/>
                <a:cs typeface="Aptos"/>
              </a:rPr>
              <a:t>Também vou mostrar como enviar feedback e atualizar a base.</a:t>
            </a:r>
          </a:p>
        </p:txBody>
      </p:sp>
      <p:sp>
        <p:nvSpPr>
          <p:cNvPr id="22" name="credito">
            <a:extLst xmlns:a="http://schemas.openxmlformats.org/drawingml/2006/main">
              <a:ext uri="{FF2B5EF4-FFF2-40B4-BE49-F238E27FC236}">
                <a16:creationId xmlns:a16="http://schemas.microsoft.com/office/drawing/2014/main" id="{8663F145-6B4C-4CA1-B1ED-5E9955020A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5610225"/>
            <a:ext cx="947737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1">
                <a:solidFill>
                  <a:srgbClr val="070E73"/>
                </a:solidFill>
                <a:latin typeface="Aptos Display"/>
                <a:ea typeface="Aptos Display"/>
                <a:cs typeface="Aptos Display"/>
              </a:defRPr>
            </a:defPPr>
          </a:lstStyle>
          <a:p xmlns:a="http://schemas.openxmlformats.org/drawingml/2006/main">
            <a:pPr algn="l">
              <a:defRPr sz="1875" b="1">
                <a:solidFill>
                  <a:srgbClr val="070E73"/>
                </a:solidFill>
                <a:latin typeface="Aptos Display"/>
                <a:ea typeface="Aptos Display"/>
                <a:cs typeface="Aptos Display"/>
              </a:defRPr>
            </a:pPr>
            <a:r>
              <a:rPr sz="1875" b="1">
                <a:solidFill>
                  <a:srgbClr val="070E73"/>
                </a:solidFill>
                <a:latin typeface="Aptos Display"/>
                <a:ea typeface="Aptos Display"/>
                <a:cs typeface="Aptos Display"/>
              </a:rPr>
              <a:t>Projeto idealizado e desenvolvido por Pedro Lucas Botelho</a:t>
            </a:r>
          </a:p>
        </p:txBody>
      </p:sp>
    </p:spTree>
    <p:extLst>
      <p:ext uri="{BB962C8B-B14F-4D97-AF65-F5344CB8AC3E}">
        <p14:creationId xmlns:p14="http://schemas.microsoft.com/office/powerpoint/2010/main" val="1259437899"/>
      </p:ext>
    </p:extLst>
  </p:cSld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2026-10-09T01:30:01.0190000Z</dcterms:created>
  <dcterms:modified xsi:type="dcterms:W3CDTF">2026-10-09T01:30:01.0190000Z</dcterms:modified>
</coreProperties>
</file>