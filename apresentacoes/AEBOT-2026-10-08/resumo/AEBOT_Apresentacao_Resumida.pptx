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8167464c7148d6" /><Relationship Type="http://schemas.openxmlformats.org/officeDocument/2006/relationships/extended-properties" Target="/docProps/app.xml" Id="R394752711106451f" /><Relationship Type="http://schemas.openxmlformats.org/officeDocument/2006/relationships/officeDocument" Target="/ppt/presentation.xml" Id="Rdd536e8e94bd4e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7f5f05a60a4c2c"/>
  </p:sldMasterIdLst>
  <p:notesMasterIdLst>
    <p:notesMasterId xmlns:r="http://schemas.openxmlformats.org/officeDocument/2006/relationships" r:id="Re7d3bcf079104623"/>
  </p:notesMasterIdLst>
  <p:sldIdLst>
    <p:sldId xmlns:r="http://schemas.openxmlformats.org/officeDocument/2006/relationships" id="256" r:id="R11f637fc1d4d49fc"/>
    <p:sldId xmlns:r="http://schemas.openxmlformats.org/officeDocument/2006/relationships" id="257" r:id="R896e9c93b14146a8"/>
    <p:sldId xmlns:r="http://schemas.openxmlformats.org/officeDocument/2006/relationships" id="258" r:id="Rd774954761ad4586"/>
    <p:sldId xmlns:r="http://schemas.openxmlformats.org/officeDocument/2006/relationships" id="259" r:id="Rb1ca05e6390243bd"/>
    <p:sldId xmlns:r="http://schemas.openxmlformats.org/officeDocument/2006/relationships" id="260" r:id="R6ae6aba6089741b5"/>
    <p:sldId xmlns:r="http://schemas.openxmlformats.org/officeDocument/2006/relationships" id="261" r:id="Rb9ed88e20ef3481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d075badb5d4182" /><Relationship Type="http://schemas.openxmlformats.org/officeDocument/2006/relationships/slideMaster" Target="/ppt/slideMasters/slideMaster1.xml" Id="Rfb7f5f05a60a4c2c" /><Relationship Type="http://schemas.openxmlformats.org/officeDocument/2006/relationships/notesMaster" Target="/ppt/notesMasters/notesMaster1.xml" Id="Re7d3bcf079104623" /><Relationship Type="http://schemas.openxmlformats.org/officeDocument/2006/relationships/presProps" Target="/ppt/presProps.xml" Id="R6a0f0e58a5064724" /><Relationship Type="http://schemas.openxmlformats.org/officeDocument/2006/relationships/viewProps" Target="/ppt/viewProps.xml" Id="Rfd3cb07c6e2f411c" /><Relationship Type="http://schemas.openxmlformats.org/officeDocument/2006/relationships/tableStyles" Target="/ppt/tableStyles.xml" Id="Rcafa426083394e44" /><Relationship Type="http://schemas.openxmlformats.org/officeDocument/2006/relationships/slide" Target="/ppt/slides/slide1.xml" Id="R11f637fc1d4d49fc" /><Relationship Type="http://schemas.openxmlformats.org/officeDocument/2006/relationships/slide" Target="/ppt/slides/slide2.xml" Id="R896e9c93b14146a8" /><Relationship Type="http://schemas.openxmlformats.org/officeDocument/2006/relationships/slide" Target="/ppt/slides/slide3.xml" Id="Rd774954761ad4586" /><Relationship Type="http://schemas.openxmlformats.org/officeDocument/2006/relationships/slide" Target="/ppt/slides/slide4.xml" Id="Rb1ca05e6390243bd" /><Relationship Type="http://schemas.openxmlformats.org/officeDocument/2006/relationships/slide" Target="/ppt/slides/slide5.xml" Id="R6ae6aba6089741b5" /><Relationship Type="http://schemas.openxmlformats.org/officeDocument/2006/relationships/slide" Target="/ppt/slides/slide6.xml" Id="Rb9ed88e20ef348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9e4f0176be4a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65d071487041f1" /><Relationship Type="http://schemas.openxmlformats.org/officeDocument/2006/relationships/notesMaster" Target="/ppt/notesMasters/notesMaster1.xml" Id="R516f8dd5f5b645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0c865c74dc402e" /><Relationship Type="http://schemas.openxmlformats.org/officeDocument/2006/relationships/notesMaster" Target="/ppt/notesMasters/notesMaster1.xml" Id="Rda144a055d9b45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a6a50e444c420d" /><Relationship Type="http://schemas.openxmlformats.org/officeDocument/2006/relationships/notesMaster" Target="/ppt/notesMasters/notesMaster1.xml" Id="Rae6d837f376143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fde18653ce4981" /><Relationship Type="http://schemas.openxmlformats.org/officeDocument/2006/relationships/notesMaster" Target="/ppt/notesMasters/notesMaster1.xml" Id="Rc0ca1e87f02847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6ec7db93634478" /><Relationship Type="http://schemas.openxmlformats.org/officeDocument/2006/relationships/notesMaster" Target="/ppt/notesMasters/notesMaster1.xml" Id="R2d3fcfa9e9d449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af2da4d71c432b" /><Relationship Type="http://schemas.openxmlformats.org/officeDocument/2006/relationships/notesMaster" Target="/ppt/notesMasters/notesMaster1.xml" Id="R0f54460b381240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Estou desenvolvendo o AEBOT para apoiar a análise das Ordens de Serviço. A ideia surgiu das dúvidas que aparecem na nossa rotina.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README.md e contexto do projeto informado pelo responsável. Identidade visual: Treinamento Implantação de Ligação Qualidade.pptx.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análise, surgem casos que não são tão diretos. A gente precisa conferir o que se aplica e, às vezes, buscar orientação antes de seguir. Foi dessa dificuldade que surgiu a ideia do AEBOT.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Contexto operacional e necessidades informados pelo responsável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Quero deixar o conhecimento mais próximo de quem está analisando. Em vez de procurar uma frase exata, o analista descreve a situação e consulta a orientação. O AEBOT apoia esse trabalho, e o analista continua responsável pela análise e pelo lançamento na 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src/services/AnalysisService.ts, RuleEngine.ts e src/components/ChatPanel.tsx.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Já organizei a base por serviço e construí o aplicativo com o chat e a consulta ao conhecimento. Também incluí a parametrização, porque as dúvidas envolvem troca e desdobros, além da execução. A versão atual usa IA local. A cobertura das regras ainda varia entre os serviços.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src/data/rulesStore.json, src/components/ServiceDetails.tsx, ConversationContextResolver.ts, desktop/main.ts e ModelRuntime.ts.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tela atual do AEBOT. De um lado, ficam o serviço e o conhecimento disponível. Do outro, a conversa sobre a OS. Procurei reunir a consulta e o chat para facilitar o uso durante a análise.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Captura real do projeto: desktop-release/desktop-preview.png. src/components/ServiceSelector.tsx, ServiceDetails.tsx e ChatPanel.tsx.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Meu foco agora é melhorar a interpretação e a velocidade, além de revisar as regras e ampliar o conhecimento dos serviços. Já temos um protótipo executável. Estou trabalhando para que ele ajude de verdade nas dúvidas do dia a 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README.md, package.json, docs/DESEMPENHO-IA-LOCAL.md e docs/STATUS-DESKTOP-2026-10-08.md.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f076c974f49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2bfef207348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0626ee0684d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e98704da64e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5133afe6f49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9cc5e79aa4a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72e454c4e4ff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ffeb2e9e74db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4487a5d7a4b4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dff8b4c584aa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8589b9197476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8f3a175b34e29" /><Relationship Type="http://schemas.openxmlformats.org/officeDocument/2006/relationships/image" Target="/ppt/media/image.png" Id="R26e338062de9484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e3b67fa3d4d85" /></Relationships>
</file>

<file path=ppt/slideLayouts/slideLayout1.xml><?xml version="1.0" encoding="utf-8"?>
<p:sldLayout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90126CF-7274-5D18-8FAF-8C1B6B5D3E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A1F1CC3B-815A-D3DF-54FC-C45D9332B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Clique para editar o estilo do subtítulo Mestre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DE820693-D8E5-E7C9-C3DE-AB0BCEFF3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F71E1BD6-B6DA-D7DF-2FF1-D502E5EC5F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DE9B214E-E273-AE4D-852B-D177864F08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2559F23-733E-13D7-6D2B-1C969CFED1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D7496080-2BEF-A5BB-2FA7-5BAB93C57D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6D16FCD8-45DD-C66E-DC49-2CC82B2950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853E35EF-3CAE-1626-97B0-C9F1095541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3C2EB0EC-4EBD-AFDC-A8DC-944F6D7978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332B025F-9A8C-3538-7295-2040396AAC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1B557C79-86C3-6A38-B021-7C97D80E9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C7952D87-863F-F445-D70D-0DB35B8C8F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2AB0495E-9765-7069-F4C0-9C7E59A57E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E861BC8A-C0C3-433A-455F-219F973EFE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8032325-5D07-3518-0A93-A946ACDAEE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60239A27-9B85-39C6-F1BF-B7913C3866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832F56DD-A992-85EE-DAD2-FAD336DEED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02988E7D-FCF3-3EFF-ACDA-1C919BD7FB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504BA71C-7E00-AB6B-CE96-9A7626AD42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56A541AD-BD94-1B5F-9F4B-170C6C8F7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7D1C1EB-4ABA-DD8B-9E87-FE2F50B98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39E04D74-9294-0DA1-D22A-3DDF28480A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9085031A-BA80-890E-3AFA-265C3DAE0AF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 xmlns:a="http://schemas.openxmlformats.org/drawingml/2006/main">
              <a:ext uri="{FF2B5EF4-FFF2-40B4-BE49-F238E27FC236}">
                <a16:creationId xmlns:a16="http://schemas.microsoft.com/office/drawing/2014/main" id="{CF8964DC-29A6-72B1-294F-1D673C1369C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Espaço Reservado para Conteúdo 5">
            <a:extLst xmlns:a="http://schemas.openxmlformats.org/drawingml/2006/main">
              <a:ext uri="{FF2B5EF4-FFF2-40B4-BE49-F238E27FC236}">
                <a16:creationId xmlns:a16="http://schemas.microsoft.com/office/drawing/2014/main" id="{5205D012-B037-C260-D6E7-E04C1470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 xmlns:a="http://schemas.openxmlformats.org/drawingml/2006/main">
              <a:ext uri="{FF2B5EF4-FFF2-40B4-BE49-F238E27FC236}">
                <a16:creationId xmlns:a16="http://schemas.microsoft.com/office/drawing/2014/main" id="{8994BDE9-B992-8DC5-9603-C7C94DD2BE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8" name="Espaço Reservado para Rodapé 7">
            <a:extLst xmlns:a="http://schemas.openxmlformats.org/drawingml/2006/main">
              <a:ext uri="{FF2B5EF4-FFF2-40B4-BE49-F238E27FC236}">
                <a16:creationId xmlns:a16="http://schemas.microsoft.com/office/drawing/2014/main" id="{AC48EE17-4DE0-7F96-E6A9-D4EB2466CC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ço Reservado para Número de Slide 8">
            <a:extLst xmlns:a="http://schemas.openxmlformats.org/drawingml/2006/main">
              <a:ext uri="{FF2B5EF4-FFF2-40B4-BE49-F238E27FC236}">
                <a16:creationId xmlns:a16="http://schemas.microsoft.com/office/drawing/2014/main" id="{0ED9C82D-81B8-685F-8FA0-A5D162F11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26CCF79-9365-C5CC-9D5E-2F2512CB7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Data 2">
            <a:extLst xmlns:a="http://schemas.openxmlformats.org/drawingml/2006/main">
              <a:ext uri="{FF2B5EF4-FFF2-40B4-BE49-F238E27FC236}">
                <a16:creationId xmlns:a16="http://schemas.microsoft.com/office/drawing/2014/main" id="{85AEC412-DC90-163B-5CF7-B6F259206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4" name="Espaço Reservado para Rodapé 3">
            <a:extLst xmlns:a="http://schemas.openxmlformats.org/drawingml/2006/main">
              <a:ext uri="{FF2B5EF4-FFF2-40B4-BE49-F238E27FC236}">
                <a16:creationId xmlns:a16="http://schemas.microsoft.com/office/drawing/2014/main" id="{EECD7EAF-89BF-9A95-37C1-B9DC6192F0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Espaço Reservado para Número de Slide 4">
            <a:extLst xmlns:a="http://schemas.openxmlformats.org/drawingml/2006/main">
              <a:ext uri="{FF2B5EF4-FFF2-40B4-BE49-F238E27FC236}">
                <a16:creationId xmlns:a16="http://schemas.microsoft.com/office/drawing/2014/main" id="{A165E11A-3227-7130-9EC0-4A4722B0D4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Data 1">
            <a:extLst xmlns:a="http://schemas.openxmlformats.org/drawingml/2006/main">
              <a:ext uri="{FF2B5EF4-FFF2-40B4-BE49-F238E27FC236}">
                <a16:creationId xmlns:a16="http://schemas.microsoft.com/office/drawing/2014/main" id="{3E8E817B-967F-4297-C642-AFA70740BD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3" name="Espaço Reservado para Rodapé 2">
            <a:extLst xmlns:a="http://schemas.openxmlformats.org/drawingml/2006/main">
              <a:ext uri="{FF2B5EF4-FFF2-40B4-BE49-F238E27FC236}">
                <a16:creationId xmlns:a16="http://schemas.microsoft.com/office/drawing/2014/main" id="{353AFFD4-7226-EF2F-1550-1C4975D585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ço Reservado para Número de Slide 3">
            <a:extLst xmlns:a="http://schemas.openxmlformats.org/drawingml/2006/main">
              <a:ext uri="{FF2B5EF4-FFF2-40B4-BE49-F238E27FC236}">
                <a16:creationId xmlns:a16="http://schemas.microsoft.com/office/drawing/2014/main" id="{AED9333C-C180-F3EC-3631-28EC5B01BD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7568F6E-FE0A-1025-711A-114696FC2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35F951CB-5EB8-E2F9-01F7-25726D3A2A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1089919E-9B9C-A2E3-FECF-5A9DFCEA29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C537D1C0-7894-1CF8-7E95-D32658C58F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FA8CB4BD-A998-ACCF-259E-734F3257D4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AA4E9AD5-FB66-07DA-5A06-F8009765EA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6A08C64-8A1C-392C-F8F3-6A8042618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Imagem 2">
            <a:extLst xmlns:a="http://schemas.openxmlformats.org/drawingml/2006/main">
              <a:ext uri="{FF2B5EF4-FFF2-40B4-BE49-F238E27FC236}">
                <a16:creationId xmlns:a16="http://schemas.microsoft.com/office/drawing/2014/main" id="{D5512462-BF71-C33C-345E-29B571A932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46772863-8083-370F-F049-D3B82F6194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2B970F8F-3477-DEA2-20B6-D57F4457CA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B56FB486-FADC-A495-3C0A-57E97CAD84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1BA8C606-D823-3878-CDA6-11C19836BC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2A380E61-ECF4-D98E-57C8-5DCDAA9202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4B105D7B-DC8A-A678-1135-4DC5700F38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BC4465A6-DDCD-5FDC-4B26-5E642740DE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A0888C6A-F0F1-43E2-6FC5-C903F373F7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4AA9EAAB-7FE7-54E9-9D85-CE33652DCA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CD502965-0B43-1E24-4100-33A3BFE2F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8D46046A-04FC-2FB1-F8ED-8DCB63E58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EDE20415-687D-3FCB-74C3-356F99E60C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B70284EB-B28E-ADD4-F36C-A370D418A0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64D3B4C8-48B4-26D7-1B46-3D9984396B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1_Capa 3_Mar_EXT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BE7553-85C5-564E-079A-9FF921F5C8F4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6e338062de9484e"/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9976D83-3968-C2C8-9872-48B075AD23E8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1236513" y="0"/>
            <a:ext cx="10608072" cy="6858000"/>
          </a:xfrm>
          <a:custGeom xmlns:a="http://schemas.openxmlformats.org/drawingml/2006/main">
            <a:gdLst>
              <a:gd name="connsiteX0" fmla="*/ 5739766 w 10608072"/>
              <a:gd name="connsiteY0" fmla="*/ 0 h 6858000"/>
              <a:gd name="connsiteX1" fmla="*/ 10291481 w 10608072"/>
              <a:gd name="connsiteY1" fmla="*/ 0 h 6858000"/>
              <a:gd name="connsiteX2" fmla="*/ 10346533 w 10608072"/>
              <a:gd name="connsiteY2" fmla="*/ 104423 h 6858000"/>
              <a:gd name="connsiteX3" fmla="*/ 10555818 w 10608072"/>
              <a:gd name="connsiteY3" fmla="*/ 1768015 h 6858000"/>
              <a:gd name="connsiteX4" fmla="*/ 10009503 w 10608072"/>
              <a:gd name="connsiteY4" fmla="*/ 2905761 h 6858000"/>
              <a:gd name="connsiteX5" fmla="*/ 8651513 w 10608072"/>
              <a:gd name="connsiteY5" fmla="*/ 3758348 h 6858000"/>
              <a:gd name="connsiteX6" fmla="*/ 7758374 w 10608072"/>
              <a:gd name="connsiteY6" fmla="*/ 4785328 h 6858000"/>
              <a:gd name="connsiteX7" fmla="*/ 6913672 w 10608072"/>
              <a:gd name="connsiteY7" fmla="*/ 6832007 h 6858000"/>
              <a:gd name="connsiteX8" fmla="*/ 6890688 w 10608072"/>
              <a:gd name="connsiteY8" fmla="*/ 6858000 h 6858000"/>
              <a:gd name="connsiteX9" fmla="*/ 887549 w 10608072"/>
              <a:gd name="connsiteY9" fmla="*/ 6858000 h 6858000"/>
              <a:gd name="connsiteX10" fmla="*/ 796109 w 10608072"/>
              <a:gd name="connsiteY10" fmla="*/ 6744435 h 6858000"/>
              <a:gd name="connsiteX11" fmla="*/ 1087666 w 10608072"/>
              <a:gd name="connsiteY11" fmla="*/ 1688094 h 6858000"/>
              <a:gd name="connsiteX12" fmla="*/ 4521545 w 10608072"/>
              <a:gd name="connsiteY12" fmla="*/ 547785 h 6858000"/>
              <a:gd name="connsiteX13" fmla="*/ 5657973 w 10608072"/>
              <a:gd name="connsiteY13" fmla="*/ 120890 h 6858000"/>
            </a:gdLst>
            <a:rect l="l" t="t" r="r" b="b"/>
            <a:pathLst>
              <a:path w="10608072" h="6858000">
                <a:moveTo>
                  <a:pt x="5739766" y="0"/>
                </a:moveTo>
                <a:lnTo>
                  <a:pt x="10291481" y="0"/>
                </a:lnTo>
                <a:lnTo>
                  <a:pt x="10346533" y="104423"/>
                </a:lnTo>
                <a:cubicBezTo>
                  <a:pt x="10596944" y="620590"/>
                  <a:pt x="10669429" y="1208413"/>
                  <a:pt x="10555818" y="1768015"/>
                </a:cubicBezTo>
                <a:cubicBezTo>
                  <a:pt x="10473192" y="2174997"/>
                  <a:pt x="10292134" y="2567054"/>
                  <a:pt x="10009503" y="2905761"/>
                </a:cubicBezTo>
                <a:cubicBezTo>
                  <a:pt x="9644829" y="3342836"/>
                  <a:pt x="9165678" y="3629687"/>
                  <a:pt x="8651513" y="3758348"/>
                </a:cubicBezTo>
                <a:cubicBezTo>
                  <a:pt x="8169146" y="3879109"/>
                  <a:pt x="7809090" y="4290613"/>
                  <a:pt x="7758374" y="4785328"/>
                </a:cubicBezTo>
                <a:cubicBezTo>
                  <a:pt x="7683564" y="5515371"/>
                  <a:pt x="7402678" y="6228921"/>
                  <a:pt x="6913672" y="6832007"/>
                </a:cubicBezTo>
                <a:lnTo>
                  <a:pt x="6890688" y="6858000"/>
                </a:lnTo>
                <a:lnTo>
                  <a:pt x="887549" y="6858000"/>
                </a:lnTo>
                <a:lnTo>
                  <a:pt x="796109" y="6744435"/>
                </a:lnTo>
                <a:cubicBezTo>
                  <a:pt x="-350856" y="5243973"/>
                  <a:pt x="-262623" y="3090330"/>
                  <a:pt x="1087666" y="1688094"/>
                </a:cubicBezTo>
                <a:cubicBezTo>
                  <a:pt x="2009234" y="731119"/>
                  <a:pt x="3302737" y="348118"/>
                  <a:pt x="4521545" y="547785"/>
                </a:cubicBezTo>
                <a:cubicBezTo>
                  <a:pt x="4955216" y="618742"/>
                  <a:pt x="5390200" y="455580"/>
                  <a:pt x="5657973" y="12089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5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B2CE5E8E-6302-51DE-B3BA-78AA099BE52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358244" y="2082283"/>
            <a:ext cx="5475511" cy="784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Título da capa</a:t>
            </a:r>
          </a:p>
        </p:txBody>
      </p:sp>
      <p:sp>
        <p:nvSpPr>
          <p:cNvPr id="7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B86D28F6-0A8C-3C4F-C1FB-D33AE751F36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066736" y="3045697"/>
            <a:ext cx="4058526" cy="470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Subtítulo da capa</a:t>
            </a:r>
          </a:p>
        </p:txBody>
      </p:sp>
      <p:sp>
        <p:nvSpPr>
          <p:cNvPr id="8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F6F15C86-0AF4-3E51-A768-7D740052C43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379533" y="6069860"/>
            <a:ext cx="3432932" cy="1796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13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Data</a:t>
            </a:r>
          </a:p>
        </p:txBody>
      </p:sp>
      <p:sp>
        <p:nvSpPr>
          <p:cNvPr id="49" name="Text Placeholder 48">
            <a:extLst xmlns:a="http://schemas.openxmlformats.org/drawingml/2006/main">
              <a:ext uri="{FF2B5EF4-FFF2-40B4-BE49-F238E27FC236}">
                <a16:creationId xmlns:a16="http://schemas.microsoft.com/office/drawing/2014/main" id="{BBCA894D-00E9-F367-DC73-57E32FDBD75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244913" y="5221365"/>
            <a:ext cx="1689556" cy="461724"/>
          </a:xfrm>
          <a:custGeom xmlns:a="http://schemas.openxmlformats.org/drawingml/2006/main">
            <a:gdLst>
              <a:gd name="connsiteX0" fmla="*/ 1528982 w 1689556"/>
              <a:gd name="connsiteY0" fmla="*/ 53725 h 461724"/>
              <a:gd name="connsiteX1" fmla="*/ 1424014 w 1689556"/>
              <a:gd name="connsiteY1" fmla="*/ 160574 h 461724"/>
              <a:gd name="connsiteX2" fmla="*/ 1528982 w 1689556"/>
              <a:gd name="connsiteY2" fmla="*/ 266803 h 461724"/>
              <a:gd name="connsiteX3" fmla="*/ 1634568 w 1689556"/>
              <a:gd name="connsiteY3" fmla="*/ 160574 h 461724"/>
              <a:gd name="connsiteX4" fmla="*/ 1528982 w 1689556"/>
              <a:gd name="connsiteY4" fmla="*/ 53725 h 461724"/>
              <a:gd name="connsiteX5" fmla="*/ 838545 w 1689556"/>
              <a:gd name="connsiteY5" fmla="*/ 53725 h 461724"/>
              <a:gd name="connsiteX6" fmla="*/ 733577 w 1689556"/>
              <a:gd name="connsiteY6" fmla="*/ 160574 h 461724"/>
              <a:gd name="connsiteX7" fmla="*/ 838545 w 1689556"/>
              <a:gd name="connsiteY7" fmla="*/ 266803 h 461724"/>
              <a:gd name="connsiteX8" fmla="*/ 944132 w 1689556"/>
              <a:gd name="connsiteY8" fmla="*/ 160574 h 461724"/>
              <a:gd name="connsiteX9" fmla="*/ 838545 w 1689556"/>
              <a:gd name="connsiteY9" fmla="*/ 53725 h 461724"/>
              <a:gd name="connsiteX10" fmla="*/ 1524593 w 1689556"/>
              <a:gd name="connsiteY10" fmla="*/ 0 h 461724"/>
              <a:gd name="connsiteX11" fmla="*/ 1634568 w 1689556"/>
              <a:gd name="connsiteY11" fmla="*/ 48135 h 461724"/>
              <a:gd name="connsiteX12" fmla="*/ 1634568 w 1689556"/>
              <a:gd name="connsiteY12" fmla="*/ 6252 h 461724"/>
              <a:gd name="connsiteX13" fmla="*/ 1689556 w 1689556"/>
              <a:gd name="connsiteY13" fmla="*/ 6252 h 461724"/>
              <a:gd name="connsiteX14" fmla="*/ 1689556 w 1689556"/>
              <a:gd name="connsiteY14" fmla="*/ 313655 h 461724"/>
              <a:gd name="connsiteX15" fmla="*/ 1634568 w 1689556"/>
              <a:gd name="connsiteY15" fmla="*/ 313655 h 461724"/>
              <a:gd name="connsiteX16" fmla="*/ 1634568 w 1689556"/>
              <a:gd name="connsiteY16" fmla="*/ 272394 h 461724"/>
              <a:gd name="connsiteX17" fmla="*/ 1524593 w 1689556"/>
              <a:gd name="connsiteY17" fmla="*/ 320527 h 461724"/>
              <a:gd name="connsiteX18" fmla="*/ 1369007 w 1689556"/>
              <a:gd name="connsiteY18" fmla="*/ 160574 h 461724"/>
              <a:gd name="connsiteX19" fmla="*/ 1524593 w 1689556"/>
              <a:gd name="connsiteY19" fmla="*/ 0 h 461724"/>
              <a:gd name="connsiteX20" fmla="*/ 1184683 w 1689556"/>
              <a:gd name="connsiteY20" fmla="*/ 0 h 461724"/>
              <a:gd name="connsiteX21" fmla="*/ 1184704 w 1689556"/>
              <a:gd name="connsiteY21" fmla="*/ 41 h 461724"/>
              <a:gd name="connsiteX22" fmla="*/ 1342153 w 1689556"/>
              <a:gd name="connsiteY22" fmla="*/ 160615 h 461724"/>
              <a:gd name="connsiteX23" fmla="*/ 1340269 w 1689556"/>
              <a:gd name="connsiteY23" fmla="*/ 188109 h 461724"/>
              <a:gd name="connsiteX24" fmla="*/ 1126569 w 1689556"/>
              <a:gd name="connsiteY24" fmla="*/ 188109 h 461724"/>
              <a:gd name="connsiteX25" fmla="*/ 1126569 w 1689556"/>
              <a:gd name="connsiteY25" fmla="*/ 132500 h 461724"/>
              <a:gd name="connsiteX26" fmla="*/ 1285642 w 1689556"/>
              <a:gd name="connsiteY26" fmla="*/ 132500 h 461724"/>
              <a:gd name="connsiteX27" fmla="*/ 1184683 w 1689556"/>
              <a:gd name="connsiteY27" fmla="*/ 53766 h 461724"/>
              <a:gd name="connsiteX28" fmla="*/ 1079096 w 1689556"/>
              <a:gd name="connsiteY28" fmla="*/ 161236 h 461724"/>
              <a:gd name="connsiteX29" fmla="*/ 1184683 w 1689556"/>
              <a:gd name="connsiteY29" fmla="*/ 266823 h 461724"/>
              <a:gd name="connsiteX30" fmla="*/ 1265904 w 1689556"/>
              <a:gd name="connsiteY30" fmla="*/ 226203 h 461724"/>
              <a:gd name="connsiteX31" fmla="*/ 1330890 w 1689556"/>
              <a:gd name="connsiteY31" fmla="*/ 226203 h 461724"/>
              <a:gd name="connsiteX32" fmla="*/ 1184062 w 1689556"/>
              <a:gd name="connsiteY32" fmla="*/ 320549 h 461724"/>
              <a:gd name="connsiteX33" fmla="*/ 1024108 w 1689556"/>
              <a:gd name="connsiteY33" fmla="*/ 161217 h 461724"/>
              <a:gd name="connsiteX34" fmla="*/ 1184683 w 1689556"/>
              <a:gd name="connsiteY34" fmla="*/ 0 h 461724"/>
              <a:gd name="connsiteX35" fmla="*/ 840408 w 1689556"/>
              <a:gd name="connsiteY35" fmla="*/ 0 h 461724"/>
              <a:gd name="connsiteX36" fmla="*/ 898514 w 1689556"/>
              <a:gd name="connsiteY36" fmla="*/ 11688 h 461724"/>
              <a:gd name="connsiteX37" fmla="*/ 944110 w 1689556"/>
              <a:gd name="connsiteY37" fmla="*/ 46355 h 461724"/>
              <a:gd name="connsiteX38" fmla="*/ 944110 w 1689556"/>
              <a:gd name="connsiteY38" fmla="*/ 46371 h 461724"/>
              <a:gd name="connsiteX39" fmla="*/ 944132 w 1689556"/>
              <a:gd name="connsiteY39" fmla="*/ 46371 h 461724"/>
              <a:gd name="connsiteX40" fmla="*/ 944110 w 1689556"/>
              <a:gd name="connsiteY40" fmla="*/ 46355 h 461724"/>
              <a:gd name="connsiteX41" fmla="*/ 944110 w 1689556"/>
              <a:gd name="connsiteY41" fmla="*/ 6252 h 461724"/>
              <a:gd name="connsiteX42" fmla="*/ 999098 w 1689556"/>
              <a:gd name="connsiteY42" fmla="*/ 6252 h 461724"/>
              <a:gd name="connsiteX43" fmla="*/ 999098 w 1689556"/>
              <a:gd name="connsiteY43" fmla="*/ 293014 h 461724"/>
              <a:gd name="connsiteX44" fmla="*/ 844756 w 1689556"/>
              <a:gd name="connsiteY44" fmla="*/ 461724 h 461724"/>
              <a:gd name="connsiteX45" fmla="*/ 700414 w 1689556"/>
              <a:gd name="connsiteY45" fmla="*/ 363633 h 461724"/>
              <a:gd name="connsiteX46" fmla="*/ 766644 w 1689556"/>
              <a:gd name="connsiteY46" fmla="*/ 363633 h 461724"/>
              <a:gd name="connsiteX47" fmla="*/ 844756 w 1689556"/>
              <a:gd name="connsiteY47" fmla="*/ 408000 h 461724"/>
              <a:gd name="connsiteX48" fmla="*/ 944110 w 1689556"/>
              <a:gd name="connsiteY48" fmla="*/ 293034 h 461724"/>
              <a:gd name="connsiteX49" fmla="*/ 944110 w 1689556"/>
              <a:gd name="connsiteY49" fmla="*/ 274217 h 461724"/>
              <a:gd name="connsiteX50" fmla="*/ 838524 w 1689556"/>
              <a:gd name="connsiteY50" fmla="*/ 320528 h 461724"/>
              <a:gd name="connsiteX51" fmla="*/ 678570 w 1689556"/>
              <a:gd name="connsiteY51" fmla="*/ 160574 h 461724"/>
              <a:gd name="connsiteX52" fmla="*/ 840408 w 1689556"/>
              <a:gd name="connsiteY52" fmla="*/ 0 h 461724"/>
              <a:gd name="connsiteX53" fmla="*/ 158091 w 1689556"/>
              <a:gd name="connsiteY53" fmla="*/ 0 h 461724"/>
              <a:gd name="connsiteX54" fmla="*/ 259309 w 1689556"/>
              <a:gd name="connsiteY54" fmla="*/ 39819 h 461724"/>
              <a:gd name="connsiteX55" fmla="*/ 259309 w 1689556"/>
              <a:gd name="connsiteY55" fmla="*/ 6252 h 461724"/>
              <a:gd name="connsiteX56" fmla="*/ 314296 w 1689556"/>
              <a:gd name="connsiteY56" fmla="*/ 6252 h 461724"/>
              <a:gd name="connsiteX57" fmla="*/ 314296 w 1689556"/>
              <a:gd name="connsiteY57" fmla="*/ 114966 h 461724"/>
              <a:gd name="connsiteX58" fmla="*/ 497997 w 1689556"/>
              <a:gd name="connsiteY58" fmla="*/ 0 h 461724"/>
              <a:gd name="connsiteX59" fmla="*/ 497978 w 1689556"/>
              <a:gd name="connsiteY59" fmla="*/ 20 h 461724"/>
              <a:gd name="connsiteX60" fmla="*/ 652320 w 1689556"/>
              <a:gd name="connsiteY60" fmla="*/ 160595 h 461724"/>
              <a:gd name="connsiteX61" fmla="*/ 650436 w 1689556"/>
              <a:gd name="connsiteY61" fmla="*/ 188089 h 461724"/>
              <a:gd name="connsiteX62" fmla="*/ 412991 w 1689556"/>
              <a:gd name="connsiteY62" fmla="*/ 188089 h 461724"/>
              <a:gd name="connsiteX63" fmla="*/ 412991 w 1689556"/>
              <a:gd name="connsiteY63" fmla="*/ 132479 h 461724"/>
              <a:gd name="connsiteX64" fmla="*/ 596071 w 1689556"/>
              <a:gd name="connsiteY64" fmla="*/ 132479 h 461724"/>
              <a:gd name="connsiteX65" fmla="*/ 497978 w 1689556"/>
              <a:gd name="connsiteY65" fmla="*/ 53746 h 461724"/>
              <a:gd name="connsiteX66" fmla="*/ 357522 w 1689556"/>
              <a:gd name="connsiteY66" fmla="*/ 151758 h 461724"/>
              <a:gd name="connsiteX67" fmla="*/ 501104 w 1689556"/>
              <a:gd name="connsiteY67" fmla="*/ 266803 h 461724"/>
              <a:gd name="connsiteX68" fmla="*/ 576092 w 1689556"/>
              <a:gd name="connsiteY68" fmla="*/ 226183 h 461724"/>
              <a:gd name="connsiteX69" fmla="*/ 641078 w 1689556"/>
              <a:gd name="connsiteY69" fmla="*/ 226183 h 461724"/>
              <a:gd name="connsiteX70" fmla="*/ 499862 w 1689556"/>
              <a:gd name="connsiteY70" fmla="*/ 320527 h 461724"/>
              <a:gd name="connsiteX71" fmla="*/ 311791 w 1689556"/>
              <a:gd name="connsiteY71" fmla="*/ 183058 h 461724"/>
              <a:gd name="connsiteX72" fmla="*/ 158091 w 1689556"/>
              <a:gd name="connsiteY72" fmla="*/ 53725 h 461724"/>
              <a:gd name="connsiteX73" fmla="*/ 54988 w 1689556"/>
              <a:gd name="connsiteY73" fmla="*/ 160574 h 461724"/>
              <a:gd name="connsiteX74" fmla="*/ 154964 w 1689556"/>
              <a:gd name="connsiteY74" fmla="*/ 266803 h 461724"/>
              <a:gd name="connsiteX75" fmla="*/ 266804 w 1689556"/>
              <a:gd name="connsiteY75" fmla="*/ 187447 h 461724"/>
              <a:gd name="connsiteX76" fmla="*/ 314296 w 1689556"/>
              <a:gd name="connsiteY76" fmla="*/ 248046 h 461724"/>
              <a:gd name="connsiteX77" fmla="*/ 314296 w 1689556"/>
              <a:gd name="connsiteY77" fmla="*/ 313655 h 461724"/>
              <a:gd name="connsiteX78" fmla="*/ 259309 w 1689556"/>
              <a:gd name="connsiteY78" fmla="*/ 313655 h 461724"/>
              <a:gd name="connsiteX79" fmla="*/ 259309 w 1689556"/>
              <a:gd name="connsiteY79" fmla="*/ 271812 h 461724"/>
              <a:gd name="connsiteX80" fmla="*/ 151838 w 1689556"/>
              <a:gd name="connsiteY80" fmla="*/ 320527 h 461724"/>
              <a:gd name="connsiteX81" fmla="*/ 0 w 1689556"/>
              <a:gd name="connsiteY81" fmla="*/ 160574 h 461724"/>
              <a:gd name="connsiteX82" fmla="*/ 158091 w 1689556"/>
              <a:gd name="connsiteY82" fmla="*/ 0 h 461724"/>
            </a:gdLst>
            <a:rect l="l" t="t" r="r" b="b"/>
            <a:pathLst>
              <a:path w="1689556" h="461724">
                <a:moveTo>
                  <a:pt x="1528982" y="53725"/>
                </a:moveTo>
                <a:cubicBezTo>
                  <a:pt x="1469004" y="53725"/>
                  <a:pt x="1424014" y="100577"/>
                  <a:pt x="1424014" y="160574"/>
                </a:cubicBezTo>
                <a:cubicBezTo>
                  <a:pt x="1424014" y="220572"/>
                  <a:pt x="1469004" y="266803"/>
                  <a:pt x="1528982" y="266803"/>
                </a:cubicBezTo>
                <a:cubicBezTo>
                  <a:pt x="1588958" y="266803"/>
                  <a:pt x="1634568" y="220552"/>
                  <a:pt x="1634568" y="160574"/>
                </a:cubicBezTo>
                <a:cubicBezTo>
                  <a:pt x="1634568" y="100598"/>
                  <a:pt x="1588958" y="53725"/>
                  <a:pt x="1528982" y="53725"/>
                </a:cubicBezTo>
                <a:close/>
                <a:moveTo>
                  <a:pt x="838545" y="53725"/>
                </a:moveTo>
                <a:cubicBezTo>
                  <a:pt x="778567" y="53725"/>
                  <a:pt x="733577" y="100577"/>
                  <a:pt x="733577" y="160574"/>
                </a:cubicBezTo>
                <a:cubicBezTo>
                  <a:pt x="733577" y="220572"/>
                  <a:pt x="778567" y="266803"/>
                  <a:pt x="838545" y="266803"/>
                </a:cubicBezTo>
                <a:cubicBezTo>
                  <a:pt x="898521" y="266803"/>
                  <a:pt x="944132" y="220552"/>
                  <a:pt x="944132" y="160574"/>
                </a:cubicBezTo>
                <a:cubicBezTo>
                  <a:pt x="944132" y="100598"/>
                  <a:pt x="898521" y="53725"/>
                  <a:pt x="838545" y="53725"/>
                </a:cubicBezTo>
                <a:close/>
                <a:moveTo>
                  <a:pt x="1524593" y="0"/>
                </a:moveTo>
                <a:cubicBezTo>
                  <a:pt x="1567978" y="0"/>
                  <a:pt x="1609940" y="18377"/>
                  <a:pt x="1634568" y="48135"/>
                </a:cubicBezTo>
                <a:lnTo>
                  <a:pt x="1634568" y="6252"/>
                </a:lnTo>
                <a:lnTo>
                  <a:pt x="1689556" y="6252"/>
                </a:lnTo>
                <a:lnTo>
                  <a:pt x="1689556" y="313655"/>
                </a:lnTo>
                <a:lnTo>
                  <a:pt x="1634568" y="313655"/>
                </a:lnTo>
                <a:lnTo>
                  <a:pt x="1634568" y="272394"/>
                </a:lnTo>
                <a:cubicBezTo>
                  <a:pt x="1609940" y="302172"/>
                  <a:pt x="1567978" y="320527"/>
                  <a:pt x="1524593" y="320527"/>
                </a:cubicBezTo>
                <a:cubicBezTo>
                  <a:pt x="1440247" y="320527"/>
                  <a:pt x="1369007" y="251793"/>
                  <a:pt x="1369007" y="160574"/>
                </a:cubicBezTo>
                <a:cubicBezTo>
                  <a:pt x="1369007" y="69356"/>
                  <a:pt x="1439606" y="0"/>
                  <a:pt x="1524593" y="0"/>
                </a:cubicBezTo>
                <a:close/>
                <a:moveTo>
                  <a:pt x="1184683" y="0"/>
                </a:moveTo>
                <a:lnTo>
                  <a:pt x="1184704" y="41"/>
                </a:lnTo>
                <a:cubicBezTo>
                  <a:pt x="1274039" y="41"/>
                  <a:pt x="1342153" y="69397"/>
                  <a:pt x="1342153" y="160615"/>
                </a:cubicBezTo>
                <a:cubicBezTo>
                  <a:pt x="1342153" y="171236"/>
                  <a:pt x="1341511" y="179993"/>
                  <a:pt x="1340269" y="188109"/>
                </a:cubicBezTo>
                <a:lnTo>
                  <a:pt x="1126569" y="188109"/>
                </a:lnTo>
                <a:lnTo>
                  <a:pt x="1126569" y="132500"/>
                </a:lnTo>
                <a:lnTo>
                  <a:pt x="1285642" y="132500"/>
                </a:lnTo>
                <a:cubicBezTo>
                  <a:pt x="1276082" y="87071"/>
                  <a:pt x="1235383" y="53766"/>
                  <a:pt x="1184683" y="53766"/>
                </a:cubicBezTo>
                <a:cubicBezTo>
                  <a:pt x="1124084" y="53766"/>
                  <a:pt x="1079096" y="100016"/>
                  <a:pt x="1079096" y="161236"/>
                </a:cubicBezTo>
                <a:cubicBezTo>
                  <a:pt x="1079096" y="222456"/>
                  <a:pt x="1122202" y="266823"/>
                  <a:pt x="1184683" y="266823"/>
                </a:cubicBezTo>
                <a:cubicBezTo>
                  <a:pt x="1223419" y="266823"/>
                  <a:pt x="1254662" y="249950"/>
                  <a:pt x="1265904" y="226203"/>
                </a:cubicBezTo>
                <a:lnTo>
                  <a:pt x="1330890" y="226203"/>
                </a:lnTo>
                <a:cubicBezTo>
                  <a:pt x="1309649" y="284318"/>
                  <a:pt x="1252176" y="320549"/>
                  <a:pt x="1184062" y="320549"/>
                </a:cubicBezTo>
                <a:cubicBezTo>
                  <a:pt x="1090338" y="320549"/>
                  <a:pt x="1024108" y="252455"/>
                  <a:pt x="1024108" y="161217"/>
                </a:cubicBezTo>
                <a:cubicBezTo>
                  <a:pt x="1024108" y="69977"/>
                  <a:pt x="1095329" y="0"/>
                  <a:pt x="1184683" y="0"/>
                </a:cubicBezTo>
                <a:close/>
                <a:moveTo>
                  <a:pt x="840408" y="0"/>
                </a:moveTo>
                <a:cubicBezTo>
                  <a:pt x="861248" y="0"/>
                  <a:pt x="880922" y="3927"/>
                  <a:pt x="898514" y="11688"/>
                </a:cubicBezTo>
                <a:lnTo>
                  <a:pt x="944110" y="46355"/>
                </a:lnTo>
                <a:lnTo>
                  <a:pt x="944110" y="46371"/>
                </a:lnTo>
                <a:lnTo>
                  <a:pt x="944132" y="46371"/>
                </a:lnTo>
                <a:lnTo>
                  <a:pt x="944110" y="46355"/>
                </a:lnTo>
                <a:lnTo>
                  <a:pt x="944110" y="6252"/>
                </a:lnTo>
                <a:lnTo>
                  <a:pt x="999098" y="6252"/>
                </a:lnTo>
                <a:lnTo>
                  <a:pt x="999098" y="293014"/>
                </a:lnTo>
                <a:cubicBezTo>
                  <a:pt x="999098" y="397359"/>
                  <a:pt x="937859" y="461724"/>
                  <a:pt x="844756" y="461724"/>
                </a:cubicBezTo>
                <a:cubicBezTo>
                  <a:pt x="774137" y="461724"/>
                  <a:pt x="721654" y="424872"/>
                  <a:pt x="700414" y="363633"/>
                </a:cubicBezTo>
                <a:lnTo>
                  <a:pt x="766644" y="363633"/>
                </a:lnTo>
                <a:cubicBezTo>
                  <a:pt x="780391" y="390506"/>
                  <a:pt x="807262" y="408000"/>
                  <a:pt x="844756" y="408000"/>
                </a:cubicBezTo>
                <a:cubicBezTo>
                  <a:pt x="904113" y="408000"/>
                  <a:pt x="944110" y="364273"/>
                  <a:pt x="944110" y="293034"/>
                </a:cubicBezTo>
                <a:lnTo>
                  <a:pt x="944110" y="274217"/>
                </a:lnTo>
                <a:cubicBezTo>
                  <a:pt x="919182" y="304838"/>
                  <a:pt x="882250" y="320528"/>
                  <a:pt x="838524" y="320528"/>
                </a:cubicBezTo>
                <a:cubicBezTo>
                  <a:pt x="750431" y="320528"/>
                  <a:pt x="678570" y="249288"/>
                  <a:pt x="678570" y="160574"/>
                </a:cubicBezTo>
                <a:cubicBezTo>
                  <a:pt x="678570" y="71861"/>
                  <a:pt x="750431" y="0"/>
                  <a:pt x="840408" y="0"/>
                </a:cubicBezTo>
                <a:close/>
                <a:moveTo>
                  <a:pt x="158091" y="0"/>
                </a:moveTo>
                <a:cubicBezTo>
                  <a:pt x="194402" y="0"/>
                  <a:pt x="229391" y="11524"/>
                  <a:pt x="259309" y="39819"/>
                </a:cubicBezTo>
                <a:lnTo>
                  <a:pt x="259309" y="6252"/>
                </a:lnTo>
                <a:lnTo>
                  <a:pt x="314296" y="6252"/>
                </a:lnTo>
                <a:lnTo>
                  <a:pt x="314296" y="114966"/>
                </a:lnTo>
                <a:cubicBezTo>
                  <a:pt x="368023" y="38736"/>
                  <a:pt x="429883" y="0"/>
                  <a:pt x="497997" y="0"/>
                </a:cubicBezTo>
                <a:lnTo>
                  <a:pt x="497978" y="20"/>
                </a:lnTo>
                <a:cubicBezTo>
                  <a:pt x="588595" y="20"/>
                  <a:pt x="652320" y="69377"/>
                  <a:pt x="652320" y="160595"/>
                </a:cubicBezTo>
                <a:cubicBezTo>
                  <a:pt x="652320" y="171215"/>
                  <a:pt x="651680" y="179973"/>
                  <a:pt x="650436" y="188089"/>
                </a:cubicBezTo>
                <a:lnTo>
                  <a:pt x="412991" y="188089"/>
                </a:lnTo>
                <a:lnTo>
                  <a:pt x="412991" y="132479"/>
                </a:lnTo>
                <a:lnTo>
                  <a:pt x="596071" y="132479"/>
                </a:lnTo>
                <a:cubicBezTo>
                  <a:pt x="587334" y="87491"/>
                  <a:pt x="549459" y="53746"/>
                  <a:pt x="497978" y="53746"/>
                </a:cubicBezTo>
                <a:cubicBezTo>
                  <a:pt x="446496" y="53746"/>
                  <a:pt x="400146" y="87032"/>
                  <a:pt x="357522" y="151758"/>
                </a:cubicBezTo>
                <a:cubicBezTo>
                  <a:pt x="411548" y="235201"/>
                  <a:pt x="452187" y="266803"/>
                  <a:pt x="501104" y="266803"/>
                </a:cubicBezTo>
                <a:cubicBezTo>
                  <a:pt x="535472" y="266803"/>
                  <a:pt x="564850" y="249930"/>
                  <a:pt x="576092" y="226183"/>
                </a:cubicBezTo>
                <a:lnTo>
                  <a:pt x="641078" y="226183"/>
                </a:lnTo>
                <a:cubicBezTo>
                  <a:pt x="619838" y="284296"/>
                  <a:pt x="562345" y="320527"/>
                  <a:pt x="499862" y="320527"/>
                </a:cubicBezTo>
                <a:cubicBezTo>
                  <a:pt x="428021" y="320527"/>
                  <a:pt x="376780" y="272414"/>
                  <a:pt x="311791" y="183058"/>
                </a:cubicBezTo>
                <a:cubicBezTo>
                  <a:pt x="262436" y="114966"/>
                  <a:pt x="224321" y="53725"/>
                  <a:pt x="158091" y="53725"/>
                </a:cubicBezTo>
                <a:cubicBezTo>
                  <a:pt x="99976" y="53725"/>
                  <a:pt x="54988" y="100577"/>
                  <a:pt x="54988" y="160574"/>
                </a:cubicBezTo>
                <a:cubicBezTo>
                  <a:pt x="54988" y="220572"/>
                  <a:pt x="99976" y="266803"/>
                  <a:pt x="154964" y="266803"/>
                </a:cubicBezTo>
                <a:cubicBezTo>
                  <a:pt x="196827" y="266803"/>
                  <a:pt x="233679" y="239309"/>
                  <a:pt x="266804" y="187447"/>
                </a:cubicBezTo>
                <a:lnTo>
                  <a:pt x="314296" y="248046"/>
                </a:lnTo>
                <a:lnTo>
                  <a:pt x="314296" y="313655"/>
                </a:lnTo>
                <a:lnTo>
                  <a:pt x="259309" y="313655"/>
                </a:lnTo>
                <a:lnTo>
                  <a:pt x="259309" y="271812"/>
                </a:lnTo>
                <a:cubicBezTo>
                  <a:pt x="228970" y="304035"/>
                  <a:pt x="193521" y="320527"/>
                  <a:pt x="151838" y="320527"/>
                </a:cubicBezTo>
                <a:cubicBezTo>
                  <a:pt x="66230" y="320527"/>
                  <a:pt x="0" y="251793"/>
                  <a:pt x="0" y="160574"/>
                </a:cubicBezTo>
                <a:cubicBezTo>
                  <a:pt x="0" y="69356"/>
                  <a:pt x="68735" y="0"/>
                  <a:pt x="158091" y="0"/>
                </a:cubicBezTo>
                <a:close/>
              </a:path>
            </a:pathLst>
          </a:custGeom>
          <a:solidFill xmlns:a="http://schemas.openxmlformats.org/drawingml/2006/main">
            <a:srgbClr val="0027BD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solidFill>
                  <a:srgbClr val="000000">
                    <a:alpha val="0"/>
                  </a:srgbClr>
                </a:solidFill>
              </a:defRPr>
            </a:lvl1pPr>
            <a:lvl2pPr>
              <a:buNone/>
              <a:defRPr>
                <a:solidFill>
                  <a:srgbClr val="000000">
                    <a:alpha val="0"/>
                  </a:srgbClr>
                </a:solidFill>
              </a:defRPr>
            </a:lvl2pPr>
            <a:lvl3pPr>
              <a:buNone/>
              <a:defRPr>
                <a:solidFill>
                  <a:srgbClr val="000000">
                    <a:alpha val="0"/>
                  </a:srgbClr>
                </a:solidFill>
              </a:defRPr>
            </a:lvl3pPr>
            <a:lvl4pPr>
              <a:buNone/>
              <a:defRPr>
                <a:solidFill>
                  <a:srgbClr val="000000">
                    <a:alpha val="0"/>
                  </a:srgbClr>
                </a:solidFill>
              </a:defRPr>
            </a:lvl4pPr>
            <a:lvl5pPr>
              <a:buNone/>
              <a:defRPr>
                <a:solidFill>
                  <a:srgbClr val="000000">
                    <a:alpha val="0"/>
                  </a:srgb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ítulo e conteúdo">
  <p:cSld name="1_Título e conteúdo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00ce90e9db4b3d" /><Relationship Type="http://schemas.openxmlformats.org/officeDocument/2006/relationships/slideLayout" Target="/ppt/slideLayouts/slideLayout1.xml" Id="Re2b1070267184ec6" /><Relationship Type="http://schemas.openxmlformats.org/officeDocument/2006/relationships/slideLayout" Target="/ppt/slideLayouts/slideLayout2.xml" Id="R37b39d58af8f4503" /><Relationship Type="http://schemas.openxmlformats.org/officeDocument/2006/relationships/slideLayout" Target="/ppt/slideLayouts/slideLayout3.xml" Id="R4f5a9c7d6a404dd8" /><Relationship Type="http://schemas.openxmlformats.org/officeDocument/2006/relationships/slideLayout" Target="/ppt/slideLayouts/slideLayout4.xml" Id="Ra98d9b3d4a6f4132" /><Relationship Type="http://schemas.openxmlformats.org/officeDocument/2006/relationships/slideLayout" Target="/ppt/slideLayouts/slideLayout5.xml" Id="R8dfb4c6685594aa2" /><Relationship Type="http://schemas.openxmlformats.org/officeDocument/2006/relationships/slideLayout" Target="/ppt/slideLayouts/slideLayout6.xml" Id="R6f06a42640744a4d" /><Relationship Type="http://schemas.openxmlformats.org/officeDocument/2006/relationships/slideLayout" Target="/ppt/slideLayouts/slideLayout7.xml" Id="R06bfba9faf004dda" /><Relationship Type="http://schemas.openxmlformats.org/officeDocument/2006/relationships/slideLayout" Target="/ppt/slideLayouts/slideLayout8.xml" Id="R8d25515aacee413a" /><Relationship Type="http://schemas.openxmlformats.org/officeDocument/2006/relationships/slideLayout" Target="/ppt/slideLayouts/slideLayout9.xml" Id="R14d1d9e18a514dce" /><Relationship Type="http://schemas.openxmlformats.org/officeDocument/2006/relationships/slideLayout" Target="/ppt/slideLayouts/slideLayout10.xml" Id="R1abbc35dc0e94ee2" /><Relationship Type="http://schemas.openxmlformats.org/officeDocument/2006/relationships/slideLayout" Target="/ppt/slideLayouts/slideLayout11.xml" Id="Ra96fc06aa6e94d3c" /><Relationship Type="http://schemas.openxmlformats.org/officeDocument/2006/relationships/slideLayout" Target="/ppt/slideLayouts/slideLayout12.xml" Id="R403fcc416d1b4402" /><Relationship Type="http://schemas.openxmlformats.org/officeDocument/2006/relationships/slideLayout" Target="/ppt/slideLayouts/slideLayout13.xml" Id="Rb041e05685a64b0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Título 1">
            <a:extLst xmlns:a="http://schemas.openxmlformats.org/drawingml/2006/main">
              <a:ext uri="{FF2B5EF4-FFF2-40B4-BE49-F238E27FC236}">
                <a16:creationId xmlns:a16="http://schemas.microsoft.com/office/drawing/2014/main" id="{802938AA-D0C0-2648-3DB1-F715B413F4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02F192B5-ACC0-488F-3954-C7307DD96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BEAE5455-56E9-F58C-65CC-50C4CF971C8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7B4A32B9-8C39-A169-FD3A-1B20D0874C5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9B6CA7B0-B885-5D94-226F-A10092FD8F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b1070267184ec6"/>
    <p:sldLayoutId xmlns:r="http://schemas.openxmlformats.org/officeDocument/2006/relationships" id="2147483650" r:id="R37b39d58af8f4503"/>
    <p:sldLayoutId xmlns:r="http://schemas.openxmlformats.org/officeDocument/2006/relationships" id="2147483651" r:id="R4f5a9c7d6a404dd8"/>
    <p:sldLayoutId xmlns:r="http://schemas.openxmlformats.org/officeDocument/2006/relationships" id="2147483652" r:id="Ra98d9b3d4a6f4132"/>
    <p:sldLayoutId xmlns:r="http://schemas.openxmlformats.org/officeDocument/2006/relationships" id="2147483653" r:id="R8dfb4c6685594aa2"/>
    <p:sldLayoutId xmlns:r="http://schemas.openxmlformats.org/officeDocument/2006/relationships" id="2147483654" r:id="R6f06a42640744a4d"/>
    <p:sldLayoutId xmlns:r="http://schemas.openxmlformats.org/officeDocument/2006/relationships" id="2147483655" r:id="R06bfba9faf004dda"/>
    <p:sldLayoutId xmlns:r="http://schemas.openxmlformats.org/officeDocument/2006/relationships" id="2147483656" r:id="R8d25515aacee413a"/>
    <p:sldLayoutId xmlns:r="http://schemas.openxmlformats.org/officeDocument/2006/relationships" id="2147483657" r:id="R14d1d9e18a514dce"/>
    <p:sldLayoutId xmlns:r="http://schemas.openxmlformats.org/officeDocument/2006/relationships" id="2147483658" r:id="R1abbc35dc0e94ee2"/>
    <p:sldLayoutId xmlns:r="http://schemas.openxmlformats.org/officeDocument/2006/relationships" id="2147483659" r:id="Ra96fc06aa6e94d3c"/>
    <p:sldLayoutId xmlns:r="http://schemas.openxmlformats.org/officeDocument/2006/relationships" id="2147483660" r:id="R403fcc416d1b4402"/>
    <p:sldLayoutId xmlns:r="http://schemas.openxmlformats.org/officeDocument/2006/relationships" id="2147483661" r:id="Rb041e05685a64b0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5b71c989e024e44" /><Relationship Type="http://schemas.openxmlformats.org/officeDocument/2006/relationships/image" Target="/ppt/media/image.svg" Id="R354d78c64c3a416a" /><Relationship Type="http://schemas.openxmlformats.org/officeDocument/2006/relationships/image" Target="/ppt/media/image.png" Id="R69545ee5dc8c4b0d" /><Relationship Type="http://schemas.openxmlformats.org/officeDocument/2006/relationships/notesSlide" Target="/ppt/notesSlides/notesSlide1.xml" Id="R76f02393e6ab49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ad4f9016e054af2" /><Relationship Type="http://schemas.openxmlformats.org/officeDocument/2006/relationships/image" Target="/ppt/media/image2.png" Id="Rfcaf4be3b6954742" /><Relationship Type="http://schemas.openxmlformats.org/officeDocument/2006/relationships/image" Target="/ppt/media/image2.svg" Id="R050897532a2049f9" /><Relationship Type="http://schemas.openxmlformats.org/officeDocument/2006/relationships/notesSlide" Target="/ppt/notesSlides/notesSlide2.xml" Id="Ref0379a820464a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28caa93664f4744" /><Relationship Type="http://schemas.openxmlformats.org/officeDocument/2006/relationships/image" Target="/ppt/media/image2.png" Id="R495bb400bbc2482d" /><Relationship Type="http://schemas.openxmlformats.org/officeDocument/2006/relationships/image" Target="/ppt/media/image2.svg" Id="R879c7df5df8b462b" /><Relationship Type="http://schemas.openxmlformats.org/officeDocument/2006/relationships/notesSlide" Target="/ppt/notesSlides/notesSlide3.xml" Id="Rd021dfa5434f4c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16adf889fe9490e" /><Relationship Type="http://schemas.openxmlformats.org/officeDocument/2006/relationships/image" Target="/ppt/media/image2.png" Id="R2b0a2da309d24b9b" /><Relationship Type="http://schemas.openxmlformats.org/officeDocument/2006/relationships/image" Target="/ppt/media/image2.svg" Id="R829847832814470e" /><Relationship Type="http://schemas.openxmlformats.org/officeDocument/2006/relationships/notesSlide" Target="/ppt/notesSlides/notesSlide4.xml" Id="R8f5be047be1341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ecf168eda074d21" /><Relationship Type="http://schemas.openxmlformats.org/officeDocument/2006/relationships/image" Target="/ppt/media/image2.png" Id="Re1c0269c868240ad" /><Relationship Type="http://schemas.openxmlformats.org/officeDocument/2006/relationships/image" Target="/ppt/media/image2.svg" Id="R2b97848060bf4f1a" /><Relationship Type="http://schemas.openxmlformats.org/officeDocument/2006/relationships/image" Target="/ppt/media/image3.png" Id="R428340cc9d264513" /><Relationship Type="http://schemas.openxmlformats.org/officeDocument/2006/relationships/notesSlide" Target="/ppt/notesSlides/notesSlide5.xml" Id="Rbd4a0ee894d243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60f925fded24991" /><Relationship Type="http://schemas.openxmlformats.org/officeDocument/2006/relationships/image" Target="/ppt/media/image2.png" Id="R148c403173fb452a" /><Relationship Type="http://schemas.openxmlformats.org/officeDocument/2006/relationships/image" Target="/ppt/media/image2.svg" Id="R2914580b2ed648cd" /><Relationship Type="http://schemas.openxmlformats.org/officeDocument/2006/relationships/notesSlide" Target="/ppt/notesSlides/notesSlide6.xml" Id="R5553dd56961342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spaço Reservado para Texto 9">
            <a:extLst xmlns:a="http://schemas.openxmlformats.org/drawingml/2006/main">
              <a:ext uri="{FF2B5EF4-FFF2-40B4-BE49-F238E27FC236}">
                <a16:creationId xmlns:a16="http://schemas.microsoft.com/office/drawing/2014/main" id="{3E599F85-D4ED-3CAB-FD14-86E414DF865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Espaço Reservado para Texto 10">
            <a:extLst xmlns:a="http://schemas.openxmlformats.org/drawingml/2006/main">
              <a:ext uri="{FF2B5EF4-FFF2-40B4-BE49-F238E27FC236}">
                <a16:creationId xmlns:a16="http://schemas.microsoft.com/office/drawing/2014/main" id="{7833CD8A-B2D6-D855-FE64-F32FF14F25EE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me">
            <a:extLst xmlns:a="http://schemas.openxmlformats.org/drawingml/2006/main">
              <a:ext uri="{FF2B5EF4-FFF2-40B4-BE49-F238E27FC236}">
                <a16:creationId xmlns:a16="http://schemas.microsoft.com/office/drawing/2014/main" id="{DF05394A-7B6D-4827-8297-B27B60CA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478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buNone/>
              <a:def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AEBOT</a:t>
            </a:r>
          </a:p>
        </p:txBody>
      </p:sp>
      <p:sp>
        <p:nvSpPr>
          <p:cNvPr id="13" name="subtitulo">
            <a:extLst xmlns:a="http://schemas.openxmlformats.org/drawingml/2006/main">
              <a:ext uri="{FF2B5EF4-FFF2-40B4-BE49-F238E27FC236}">
                <a16:creationId xmlns:a16="http://schemas.microsoft.com/office/drawing/2014/main" id="{7192E388-FFF5-4694-B991-CBB426EA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3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Assistente de Análise de Ordens de Serviço</a:t>
            </a:r>
          </a:p>
        </p:txBody>
      </p:sp>
      <p:sp>
        <p:nvSpPr>
          <p:cNvPr id="14" name="autor">
            <a:extLst xmlns:a="http://schemas.openxmlformats.org/drawingml/2006/main">
              <a:ext uri="{FF2B5EF4-FFF2-40B4-BE49-F238E27FC236}">
                <a16:creationId xmlns:a16="http://schemas.microsoft.com/office/drawing/2014/main" id="{B0C86B72-24D5-4E4E-9DA3-8AF8625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43375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Pedro Lucas Botelho Naus</a:t>
            </a:r>
          </a:p>
        </p:txBody>
      </p:sp>
      <p:sp>
        <p:nvSpPr>
          <p:cNvPr id="15" name="edicao">
            <a:extLst xmlns:a="http://schemas.openxmlformats.org/drawingml/2006/main">
              <a:ext uri="{FF2B5EF4-FFF2-40B4-BE49-F238E27FC236}">
                <a16:creationId xmlns:a16="http://schemas.microsoft.com/office/drawing/2014/main" id="{6F6DBA52-7717-411B-9EB9-E8100E64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8162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Projeto em desenvolvimento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Outubro de 2026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F9C6A-8519-4C28-9324-11C24391DA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45ee5dc8c4b0d">
            <a:extLst>
              <a:ext uri="{96DAC541-7B7A-43D3-8B79-37D633B846F1}">
                <asvg:svgBlip xmlns:asvg="http://schemas.microsoft.com/office/drawing/2016/SVG/main" r:embed="R354d78c64c3a41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61275" y="6418421"/>
            <a:ext cx="954977" cy="2605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634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F9405EB5-8520-42D5-9C6E-3B1F3B6229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f4be3b695474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FA44753F-6E35-4776-82D9-F4A20A36F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f4be3b6954742">
            <a:extLst>
              <a:ext uri="{96DAC541-7B7A-43D3-8B79-37D633B846F1}">
                <asvg:svgBlip xmlns:asvg="http://schemas.microsoft.com/office/drawing/2016/SVG/main" r:embed="R050897532a2049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7C2F96C7-A0D0-459E-8F6A-59CE3B52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dificuldade na rotina</a:t>
            </a:r>
          </a:p>
        </p:txBody>
      </p:sp>
      <p:sp>
        <p:nvSpPr>
          <p:cNvPr id="19" name="destaque-277">
            <a:extLst xmlns:a="http://schemas.openxmlformats.org/drawingml/2006/main">
              <a:ext uri="{FF2B5EF4-FFF2-40B4-BE49-F238E27FC236}">
                <a16:creationId xmlns:a16="http://schemas.microsoft.com/office/drawing/2014/main" id="{2E732AB7-370A-4B1B-B47A-9CE88E00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3842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Dúvidas durante a análise</a:t>
            </a:r>
          </a:p>
        </p:txBody>
      </p:sp>
      <p:sp>
        <p:nvSpPr>
          <p:cNvPr id="20" name="texto-277">
            <a:extLst xmlns:a="http://schemas.openxmlformats.org/drawingml/2006/main">
              <a:ext uri="{FF2B5EF4-FFF2-40B4-BE49-F238E27FC236}">
                <a16:creationId xmlns:a16="http://schemas.microsoft.com/office/drawing/2014/main" id="{824568CE-D141-4456-B10F-FA56C169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14675"/>
            <a:ext cx="9477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Nem sempre é simples saber qual regra se aplica</a:t>
            </a:r>
          </a:p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ao caso ou como ajustar a parametrização da OS.</a:t>
            </a:r>
          </a:p>
        </p:txBody>
      </p:sp>
      <p:sp>
        <p:nvSpPr>
          <p:cNvPr id="21" name="destaque-437">
            <a:extLst xmlns:a="http://schemas.openxmlformats.org/drawingml/2006/main">
              <a:ext uri="{FF2B5EF4-FFF2-40B4-BE49-F238E27FC236}">
                <a16:creationId xmlns:a16="http://schemas.microsoft.com/office/drawing/2014/main" id="{33592C7E-9CDC-4AFD-B46F-E3A6CE37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6242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Tempo gasto procurando orientação</a:t>
            </a:r>
          </a:p>
        </p:txBody>
      </p:sp>
      <p:sp>
        <p:nvSpPr>
          <p:cNvPr id="22" name="texto-437">
            <a:extLst xmlns:a="http://schemas.openxmlformats.org/drawingml/2006/main">
              <a:ext uri="{FF2B5EF4-FFF2-40B4-BE49-F238E27FC236}">
                <a16:creationId xmlns:a16="http://schemas.microsoft.com/office/drawing/2014/main" id="{5724FA4E-17F9-46CD-9506-6983064F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9477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Precisamos consultar procedimentos e alinhar dúvidas</a:t>
            </a:r>
          </a:p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para manter o mesmo critério em situações parecidas.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F9405EB5-8520-42D5-9C6E-3B1F3B6229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bb400bbc2482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FA44753F-6E35-4776-82D9-F4A20A36F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bb400bbc2482d">
            <a:extLst>
              <a:ext uri="{96DAC541-7B7A-43D3-8B79-37D633B846F1}">
                <asvg:svgBlip xmlns:asvg="http://schemas.microsoft.com/office/drawing/2016/SVG/main" r:embed="R879c7df5df8b462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B8B05DE6-515A-4010-A293-B2F92C81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proposta do AEBOT</a:t>
            </a:r>
          </a:p>
        </p:txBody>
      </p:sp>
      <p:sp>
        <p:nvSpPr>
          <p:cNvPr id="19" name="destaque-277">
            <a:extLst xmlns:a="http://schemas.openxmlformats.org/drawingml/2006/main">
              <a:ext uri="{FF2B5EF4-FFF2-40B4-BE49-F238E27FC236}">
                <a16:creationId xmlns:a16="http://schemas.microsoft.com/office/drawing/2014/main" id="{2E48ABBD-BF17-4FF5-8B5B-200E1196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3842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Um assistente para consultar durante a análise</a:t>
            </a:r>
          </a:p>
        </p:txBody>
      </p:sp>
      <p:sp>
        <p:nvSpPr>
          <p:cNvPr id="20" name="texto-277">
            <a:extLst xmlns:a="http://schemas.openxmlformats.org/drawingml/2006/main">
              <a:ext uri="{FF2B5EF4-FFF2-40B4-BE49-F238E27FC236}">
                <a16:creationId xmlns:a16="http://schemas.microsoft.com/office/drawing/2014/main" id="{F2A92775-173A-4A59-841B-00A3368B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14675"/>
            <a:ext cx="9477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analista descreve o caso com suas palavras</a:t>
            </a:r>
          </a:p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 conversa sobre a dúvida que precisa resolver.</a:t>
            </a:r>
          </a:p>
        </p:txBody>
      </p:sp>
      <p:sp>
        <p:nvSpPr>
          <p:cNvPr id="21" name="destaque-437">
            <a:extLst xmlns:a="http://schemas.openxmlformats.org/drawingml/2006/main">
              <a:ext uri="{FF2B5EF4-FFF2-40B4-BE49-F238E27FC236}">
                <a16:creationId xmlns:a16="http://schemas.microsoft.com/office/drawing/2014/main" id="{6ED6418C-375F-474A-989F-3A4BF9E0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6242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Orientação baseada nas regras do serviço</a:t>
            </a:r>
          </a:p>
        </p:txBody>
      </p:sp>
      <p:sp>
        <p:nvSpPr>
          <p:cNvPr id="22" name="texto-437">
            <a:extLst xmlns:a="http://schemas.openxmlformats.org/drawingml/2006/main">
              <a:ext uri="{FF2B5EF4-FFF2-40B4-BE49-F238E27FC236}">
                <a16:creationId xmlns:a16="http://schemas.microsoft.com/office/drawing/2014/main" id="{78981AD9-4DBA-482F-A7EA-41DAB647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9477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AEBOT relaciona o relato ao conhecimento cadastrado.</a:t>
            </a:r>
          </a:p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Se faltar um detalhe importante, pode perguntar.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F9405EB5-8520-42D5-9C6E-3B1F3B6229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a2da309d24b9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FA44753F-6E35-4776-82D9-F4A20A36F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a2da309d24b9b">
            <a:extLst>
              <a:ext uri="{96DAC541-7B7A-43D3-8B79-37D633B846F1}">
                <asvg:svgBlip xmlns:asvg="http://schemas.microsoft.com/office/drawing/2016/SVG/main" r:embed="R82984783281447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734C6457-EED8-436D-B3DF-E1856A5E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que já temos no projeto</a:t>
            </a:r>
          </a:p>
        </p:txBody>
      </p:sp>
      <p:sp>
        <p:nvSpPr>
          <p:cNvPr id="19" name="assunto-0">
            <a:extLst xmlns:a="http://schemas.openxmlformats.org/drawingml/2006/main">
              <a:ext uri="{FF2B5EF4-FFF2-40B4-BE49-F238E27FC236}">
                <a16:creationId xmlns:a16="http://schemas.microsoft.com/office/drawing/2014/main" id="{2ED72D1D-8EDA-434E-9D33-D616419F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03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Base por serviço</a:t>
            </a:r>
          </a:p>
        </p:txBody>
      </p:sp>
      <p:sp>
        <p:nvSpPr>
          <p:cNvPr id="20" name="detalhe-0">
            <a:extLst xmlns:a="http://schemas.openxmlformats.org/drawingml/2006/main">
              <a:ext uri="{FF2B5EF4-FFF2-40B4-BE49-F238E27FC236}">
                <a16:creationId xmlns:a16="http://schemas.microsoft.com/office/drawing/2014/main" id="{4A8F287C-01F3-4CA9-88B0-6BB281FF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00325"/>
            <a:ext cx="6048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Regras e orientações organizadas</a:t>
            </a:r>
          </a:p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para consulta e atualização.</a:t>
            </a:r>
          </a:p>
        </p:txBody>
      </p:sp>
      <p:sp>
        <p:nvSpPr>
          <p:cNvPr id="21" name="assunto-1">
            <a:extLst xmlns:a="http://schemas.openxmlformats.org/drawingml/2006/main">
              <a:ext uri="{FF2B5EF4-FFF2-40B4-BE49-F238E27FC236}">
                <a16:creationId xmlns:a16="http://schemas.microsoft.com/office/drawing/2014/main" id="{D27FED61-EB3F-4B01-99CB-51236B00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Parametrização</a:t>
            </a:r>
          </a:p>
        </p:txBody>
      </p:sp>
      <p:sp>
        <p:nvSpPr>
          <p:cNvPr id="22" name="detalhe-1">
            <a:extLst xmlns:a="http://schemas.openxmlformats.org/drawingml/2006/main">
              <a:ext uri="{FF2B5EF4-FFF2-40B4-BE49-F238E27FC236}">
                <a16:creationId xmlns:a16="http://schemas.microsoft.com/office/drawing/2014/main" id="{F1D0BA25-2E3C-4DD2-BDBC-BA5ED17F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90900"/>
            <a:ext cx="6048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Troca de Serviço e desdobros</a:t>
            </a:r>
          </a:p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no Executado ou no Posterior.</a:t>
            </a:r>
          </a:p>
        </p:txBody>
      </p:sp>
      <p:sp>
        <p:nvSpPr>
          <p:cNvPr id="23" name="assunto-2">
            <a:extLst xmlns:a="http://schemas.openxmlformats.org/drawingml/2006/main">
              <a:ext uri="{FF2B5EF4-FFF2-40B4-BE49-F238E27FC236}">
                <a16:creationId xmlns:a16="http://schemas.microsoft.com/office/drawing/2014/main" id="{21754B87-E4AC-42F4-AD75-3C8E3A55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8147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Conversa sobre a OS</a:t>
            </a:r>
          </a:p>
        </p:txBody>
      </p:sp>
      <p:sp>
        <p:nvSpPr>
          <p:cNvPr id="24" name="detalhe-2">
            <a:extLst xmlns:a="http://schemas.openxmlformats.org/drawingml/2006/main">
              <a:ext uri="{FF2B5EF4-FFF2-40B4-BE49-F238E27FC236}">
                <a16:creationId xmlns:a16="http://schemas.microsoft.com/office/drawing/2014/main" id="{D499F3E9-59F0-44E6-8BE9-640E6EEC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81475"/>
            <a:ext cx="6048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Complementos do relato e perguntas</a:t>
            </a:r>
          </a:p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quando falta informação.</a:t>
            </a:r>
          </a:p>
        </p:txBody>
      </p:sp>
      <p:sp>
        <p:nvSpPr>
          <p:cNvPr id="25" name="assunto-3">
            <a:extLst xmlns:a="http://schemas.openxmlformats.org/drawingml/2006/main">
              <a:ext uri="{FF2B5EF4-FFF2-40B4-BE49-F238E27FC236}">
                <a16:creationId xmlns:a16="http://schemas.microsoft.com/office/drawing/2014/main" id="{BA3F08CD-2B38-408C-A0B6-9261F519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Aplicativo local</a:t>
            </a:r>
          </a:p>
        </p:txBody>
      </p:sp>
      <p:sp>
        <p:nvSpPr>
          <p:cNvPr id="26" name="detalhe-3">
            <a:extLst xmlns:a="http://schemas.openxmlformats.org/drawingml/2006/main">
              <a:ext uri="{FF2B5EF4-FFF2-40B4-BE49-F238E27FC236}">
                <a16:creationId xmlns:a16="http://schemas.microsoft.com/office/drawing/2014/main" id="{240C463B-2807-48D8-A56E-C9D35F9F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72050"/>
            <a:ext cx="6048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 IA e a base funcionam no computador,</a:t>
            </a:r>
          </a:p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sem depender de internet.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6E05920A-BAD9-47A9-BB3B-AFEB60F661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0269c868240a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chemeClr val="bg1"/>
            </a:solidFill>
          </a:ln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97308AC5-AD42-4744-A2DB-B22E6A308D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0269c868240ad">
            <a:extLst>
              <a:ext uri="{96DAC541-7B7A-43D3-8B79-37D633B846F1}">
                <asvg:svgBlip xmlns:asvg="http://schemas.microsoft.com/office/drawing/2016/SVG/main" r:embed="R2b97848060bf4f1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E19F5EDC-6D29-204E-9F87-1D02CB8A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01" y="629510"/>
            <a:ext cx="11632998" cy="531999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aplicativo hoje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D8188-B4EC-4703-996B-BD9B865B1F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340cc9d264513"/>
          <a:stretch xmlns:a="http://schemas.openxmlformats.org/drawingml/2006/main"/>
        </p:blipFill>
        <p:spPr>
          <a:xfrm xmlns:a="http://schemas.openxmlformats.org/drawingml/2006/main">
            <a:off x="6648450" y="1428795"/>
            <a:ext cx="4724400" cy="4819560"/>
          </a:xfrm>
          <a:prstGeom xmlns:a="http://schemas.openxmlformats.org/drawingml/2006/main" prst="rect">
            <a:avLst/>
          </a:prstGeom>
        </p:spPr>
      </p:pic>
      <p:sp>
        <p:nvSpPr>
          <p:cNvPr id="19" name="foco">
            <a:extLst xmlns:a="http://schemas.openxmlformats.org/drawingml/2006/main">
              <a:ext uri="{FF2B5EF4-FFF2-40B4-BE49-F238E27FC236}">
                <a16:creationId xmlns:a16="http://schemas.microsoft.com/office/drawing/2014/main" id="{EB3BFB9C-7F0D-434D-9FF0-B52EA9EE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5429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Conhecimento do serviço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 conversa no mesmo lugar</a:t>
            </a:r>
          </a:p>
        </p:txBody>
      </p:sp>
      <p:sp>
        <p:nvSpPr>
          <p:cNvPr id="20" name="faixas">
            <a:extLst xmlns:a="http://schemas.openxmlformats.org/drawingml/2006/main">
              <a:ext uri="{FF2B5EF4-FFF2-40B4-BE49-F238E27FC236}">
                <a16:creationId xmlns:a16="http://schemas.microsoft.com/office/drawing/2014/main" id="{C0453A34-6344-4159-A2E6-C6E31C34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Seleção do serviço da OS</a:t>
            </a:r>
          </a:p>
        </p:txBody>
      </p:sp>
      <p:sp>
        <p:nvSpPr>
          <p:cNvPr id="21" name="versao">
            <a:extLst xmlns:a="http://schemas.openxmlformats.org/drawingml/2006/main">
              <a:ext uri="{FF2B5EF4-FFF2-40B4-BE49-F238E27FC236}">
                <a16:creationId xmlns:a16="http://schemas.microsoft.com/office/drawing/2014/main" id="{098B151F-AB30-4832-B0D7-21731013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5238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Consulta às regras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 à parametrização</a:t>
            </a:r>
          </a:p>
        </p:txBody>
      </p:sp>
      <p:sp>
        <p:nvSpPr>
          <p:cNvPr id="22" name="estado">
            <a:extLst xmlns:a="http://schemas.openxmlformats.org/drawingml/2006/main">
              <a:ext uri="{FF2B5EF4-FFF2-40B4-BE49-F238E27FC236}">
                <a16:creationId xmlns:a16="http://schemas.microsoft.com/office/drawing/2014/main" id="{4A31567A-428E-4AFF-823B-65987DCD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Chat para descrever o caso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 tirar dúvidas</a:t>
            </a:r>
          </a:p>
        </p:txBody>
      </p:sp>
    </p:spTree>
    <p:extLst>
      <p:ext uri="{BB962C8B-B14F-4D97-AF65-F5344CB8AC3E}">
        <p14:creationId xmlns:p14="http://schemas.microsoft.com/office/powerpoint/2010/main" val="35901176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F9405EB5-8520-42D5-9C6E-3B1F3B6229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c403173fb452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FA44753F-6E35-4776-82D9-F4A20A36F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c403173fb452a">
            <a:extLst>
              <a:ext uri="{96DAC541-7B7A-43D3-8B79-37D633B846F1}">
                <asvg:svgBlip xmlns:asvg="http://schemas.microsoft.com/office/drawing/2016/SVG/main" r:embed="R2914580b2ed648c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82938DD0-22E9-4CD5-A0CE-720E5F89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que estou desenvolvendo agora</a:t>
            </a:r>
          </a:p>
        </p:txBody>
      </p:sp>
      <p:sp>
        <p:nvSpPr>
          <p:cNvPr id="19" name="destaque-277">
            <a:extLst xmlns:a="http://schemas.openxmlformats.org/drawingml/2006/main">
              <a:ext uri="{FF2B5EF4-FFF2-40B4-BE49-F238E27FC236}">
                <a16:creationId xmlns:a16="http://schemas.microsoft.com/office/drawing/2014/main" id="{1F810795-424D-47C3-9B16-29E72F48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3842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Melhorar as respostas do chat</a:t>
            </a:r>
          </a:p>
        </p:txBody>
      </p:sp>
      <p:sp>
        <p:nvSpPr>
          <p:cNvPr id="20" name="texto-277">
            <a:extLst xmlns:a="http://schemas.openxmlformats.org/drawingml/2006/main">
              <a:ext uri="{FF2B5EF4-FFF2-40B4-BE49-F238E27FC236}">
                <a16:creationId xmlns:a16="http://schemas.microsoft.com/office/drawing/2014/main" id="{AB568C6C-1C03-4FC9-B977-38B005ED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14675"/>
            <a:ext cx="9477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Estou ajustando a interpretação dos casos</a:t>
            </a:r>
          </a:p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 o tempo de resposta da IA.</a:t>
            </a:r>
          </a:p>
        </p:txBody>
      </p:sp>
      <p:sp>
        <p:nvSpPr>
          <p:cNvPr id="21" name="destaque-437">
            <a:extLst xmlns:a="http://schemas.openxmlformats.org/drawingml/2006/main">
              <a:ext uri="{FF2B5EF4-FFF2-40B4-BE49-F238E27FC236}">
                <a16:creationId xmlns:a16="http://schemas.microsoft.com/office/drawing/2014/main" id="{BA969499-657B-4D1E-A917-3CB8F524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6242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Revisar e ampliar a base</a:t>
            </a:r>
          </a:p>
        </p:txBody>
      </p:sp>
      <p:sp>
        <p:nvSpPr>
          <p:cNvPr id="22" name="texto-437">
            <a:extLst xmlns:a="http://schemas.openxmlformats.org/drawingml/2006/main">
              <a:ext uri="{FF2B5EF4-FFF2-40B4-BE49-F238E27FC236}">
                <a16:creationId xmlns:a16="http://schemas.microsoft.com/office/drawing/2014/main" id="{F172F71D-64D0-48AB-8657-95C02C77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9477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Estou conferindo as regras dos serviços e as exceções,</a:t>
            </a:r>
          </a:p>
          <a:p xmlns:a="http://schemas.openxmlformats.org/drawingml/2006/main">
            <a:pPr algn="l">
              <a:defRPr sz="232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com testes para identificar o que ainda precisa de ajuste.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2026-10-09T01:48:14.3560000Z</dcterms:created>
  <dcterms:modified xsi:type="dcterms:W3CDTF">2026-10-09T01:48:14.3560000Z</dcterms:modified>
</coreProperties>
</file>